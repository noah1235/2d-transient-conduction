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83" d="100"/>
          <a:sy n="183" d="100"/>
        </p:scale>
        <p:origin x="-3048" y="-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040-447D-2ECB-F5D6-6953C59BE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4E7B1-7AEC-1B93-4754-2ED8C4C06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FD21E-713F-2D83-EA23-457CFACF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9CCB6-65AA-F1EE-BEA3-480828D3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D60E6-40D8-9C67-DC93-013C66D6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2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D873-A45F-BC3A-4D4E-E286D408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48DC-4714-7977-A919-83296DC4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B607-4E25-28AE-072C-ECBF80F7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B776F-B88A-FB7D-6064-5B230CB1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99ED-29D5-A464-B1DF-30D7E9C2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9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1BE2-16E2-ED5D-0336-73EA1D3D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D1EC7-47D2-8581-8E5D-52060C0E4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ACF1-BA0B-7245-AF93-2B134B3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42FF-3A83-E331-0E30-BFFDA5F9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AAF2-361D-71F6-C6AA-2B92AEC8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0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2422-3D71-FE07-B508-007E2E77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4B618-E4A9-1161-517A-4861779F4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59C89-C1EF-5F8E-B510-AFCD79808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7C776-715B-6EFE-DA4B-4787D253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7DAA1-E947-C67D-91BB-3BBCB1CD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DF264-0387-5824-2B52-7A2EDD27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9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F7EF-D0FC-3AD0-8D71-527F7CA9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2FD4E-AB01-E388-4C20-12C8EC3C8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C9336-AC8B-2F70-FA07-2C2240655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BBA80-03C5-8475-7936-F8D627E2A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8056E-E509-C946-2592-B7DD2B8E0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66554-04D9-FC20-F2ED-9F28C763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8AA5C-0E3C-A9EA-5E46-8E7B2A7A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05CE3-62CF-56FF-3AAF-F987A91C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1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B013-C067-87DD-380A-EBBAB96C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10CF9-090D-EEDF-F751-7164D8CB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88B01-855B-DB5D-FC0F-B000A5AB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8CB41-9DFB-1E72-D59A-B17F65EC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92309-77D4-A163-6A40-C605C1E4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0EE0F-5791-89E7-1490-74A13598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7E612-0C0B-F19F-38CE-7FD0D90A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1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CA8B-E42B-3BBE-4ED9-38313D28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B70B1-E41A-DBDC-23B2-C385DF6E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5C73B-05C5-01FA-5FD4-EA5CF8151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FE14B-3835-E859-0E9B-5BA16D23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C8DA3-D991-557D-5AD7-18F59DBE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12B07-49F0-BA1C-487A-4A1AA396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7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6880-86FC-9458-DE2E-5C1F70A2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E38F0-4871-8F0C-D906-EB1FBA7FD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D8580-96B9-859A-A463-6BF6B41FB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A17A1-7FDC-6754-1627-77DF7D6E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EF822-DAC0-4865-0309-8B674B57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F3DF9-BA79-1B57-80E5-48D7AFA2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2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227E-3141-4DFC-04F1-F4D374AA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EE4C5-C244-2012-AE65-E6EAC66C1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1457-CC41-68AB-2EDC-5E57518A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D0E1-2AB5-2543-FCC7-1FA21A45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09FC-EA87-D7A7-9863-CE85A1F7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5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B9401-D6C3-48A2-AE84-7B2A473C8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4ACFB-48BB-DD0F-B784-09B4F3D80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C144-F809-53B7-ABE6-EC869436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CE76-8650-7AC4-42CC-49CFC392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729C-CA06-A2A2-9561-3240E70A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0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4F9ED-C076-1507-C0BC-45559FED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5A451-292A-BDA3-8245-DA62DEA5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35C3-2F16-727B-E2C7-C3DCA0B78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95195-9DB6-8444-B7CC-E77727106BE4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4087-A544-E093-A1C9-F00CD0D36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E3B5-5337-6998-C2A9-1CABC190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23CCF-AD71-3C40-8E3C-D11BFBAEA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5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99E8FB21-370D-DA69-30F9-6ECE6F03A382}"/>
              </a:ext>
            </a:extLst>
          </p:cNvPr>
          <p:cNvGrpSpPr/>
          <p:nvPr/>
        </p:nvGrpSpPr>
        <p:grpSpPr>
          <a:xfrm>
            <a:off x="3474179" y="2081676"/>
            <a:ext cx="5257800" cy="2651760"/>
            <a:chOff x="3474179" y="2081676"/>
            <a:chExt cx="5257800" cy="265176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0051428-C54F-7F7C-74C1-B9BDC27B471D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0816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885345F-B5B2-5064-AA6C-054E43424047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5236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575D45-EC85-61CC-C809-36CBBE1AC287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96559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6EE7A2-951D-6E85-3724-5DDB3187EE4C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1865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1ABA54F-7EB7-792F-9CB0-0A2487C880B9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4075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94E4653-673E-029D-25DE-64B4BDCA5A9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6285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5EBFEC-9955-FE9D-7A45-2F19A4F3ADF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384951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2C2621E-209C-66E9-7680-97D77A013B89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07049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061266A-6FF8-8A51-8881-90B6B355CFBA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29147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5C3DAA7-CB82-2E29-8C97-DF59EE6C2BB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5124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FD694F6-CFB7-4B55-07A8-40FD04C77B3B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473343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E57C33-F5D6-597A-F8DE-D2A179495A21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30265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5DA74E6-3126-64DA-DC94-54E0EC60F87E}"/>
                </a:ext>
              </a:extLst>
            </p:cNvPr>
            <p:cNvCxnSpPr>
              <a:cxnSpLocks/>
            </p:cNvCxnSpPr>
            <p:nvPr/>
          </p:nvCxnSpPr>
          <p:spPr>
            <a:xfrm>
              <a:off x="3474179" y="2744616"/>
              <a:ext cx="52578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496C713-F2A9-7BF4-1573-9E25F26226D0}"/>
              </a:ext>
            </a:extLst>
          </p:cNvPr>
          <p:cNvGrpSpPr/>
          <p:nvPr/>
        </p:nvGrpSpPr>
        <p:grpSpPr>
          <a:xfrm>
            <a:off x="3482271" y="2076080"/>
            <a:ext cx="5249708" cy="2651760"/>
            <a:chOff x="3482271" y="2062120"/>
            <a:chExt cx="5249708" cy="265176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6E3E2E5-B4C6-A3F7-ECDB-7FE0AA2FEE80}"/>
                </a:ext>
              </a:extLst>
            </p:cNvPr>
            <p:cNvCxnSpPr>
              <a:cxnSpLocks/>
            </p:cNvCxnSpPr>
            <p:nvPr/>
          </p:nvCxnSpPr>
          <p:spPr>
            <a:xfrm>
              <a:off x="348227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59A88E2-BB90-10A4-CA4D-D9043C34F5C0}"/>
                </a:ext>
              </a:extLst>
            </p:cNvPr>
            <p:cNvCxnSpPr>
              <a:cxnSpLocks/>
            </p:cNvCxnSpPr>
            <p:nvPr/>
          </p:nvCxnSpPr>
          <p:spPr>
            <a:xfrm>
              <a:off x="873197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29838CB-3D50-6D26-AD2E-09FF270CAB03}"/>
                </a:ext>
              </a:extLst>
            </p:cNvPr>
            <p:cNvCxnSpPr>
              <a:cxnSpLocks/>
            </p:cNvCxnSpPr>
            <p:nvPr/>
          </p:nvCxnSpPr>
          <p:spPr>
            <a:xfrm>
              <a:off x="379107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C00398F-0126-693D-9487-B3B62D677607}"/>
                </a:ext>
              </a:extLst>
            </p:cNvPr>
            <p:cNvCxnSpPr>
              <a:cxnSpLocks/>
            </p:cNvCxnSpPr>
            <p:nvPr/>
          </p:nvCxnSpPr>
          <p:spPr>
            <a:xfrm>
              <a:off x="409988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5D5E0D6-F241-2CCF-8627-C37FD1AE30BA}"/>
                </a:ext>
              </a:extLst>
            </p:cNvPr>
            <p:cNvCxnSpPr>
              <a:cxnSpLocks/>
            </p:cNvCxnSpPr>
            <p:nvPr/>
          </p:nvCxnSpPr>
          <p:spPr>
            <a:xfrm>
              <a:off x="440868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F520BC6-D5D4-809C-F022-EAA331091A55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9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76378C9-457E-188A-760A-BE70DF988B13}"/>
                </a:ext>
              </a:extLst>
            </p:cNvPr>
            <p:cNvCxnSpPr>
              <a:cxnSpLocks/>
            </p:cNvCxnSpPr>
            <p:nvPr/>
          </p:nvCxnSpPr>
          <p:spPr>
            <a:xfrm>
              <a:off x="502630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FE35F9D-D963-EF4D-AF57-07483C857DF3}"/>
                </a:ext>
              </a:extLst>
            </p:cNvPr>
            <p:cNvCxnSpPr>
              <a:cxnSpLocks/>
            </p:cNvCxnSpPr>
            <p:nvPr/>
          </p:nvCxnSpPr>
          <p:spPr>
            <a:xfrm>
              <a:off x="533510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4EE2274-F4E7-9F3B-F5AC-8FD611DEBF8D}"/>
                </a:ext>
              </a:extLst>
            </p:cNvPr>
            <p:cNvCxnSpPr>
              <a:cxnSpLocks/>
            </p:cNvCxnSpPr>
            <p:nvPr/>
          </p:nvCxnSpPr>
          <p:spPr>
            <a:xfrm>
              <a:off x="564391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2913331-6D98-C022-29AF-9B4EDD68D66A}"/>
                </a:ext>
              </a:extLst>
            </p:cNvPr>
            <p:cNvCxnSpPr>
              <a:cxnSpLocks/>
            </p:cNvCxnSpPr>
            <p:nvPr/>
          </p:nvCxnSpPr>
          <p:spPr>
            <a:xfrm>
              <a:off x="595271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9B0B872-F012-BF85-820A-DAFFA4AAB5C7}"/>
                </a:ext>
              </a:extLst>
            </p:cNvPr>
            <p:cNvCxnSpPr>
              <a:cxnSpLocks/>
            </p:cNvCxnSpPr>
            <p:nvPr/>
          </p:nvCxnSpPr>
          <p:spPr>
            <a:xfrm>
              <a:off x="626152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6745AB5-BB6B-AF35-AFD4-7F7AE2433754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3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242A3B-BC10-273C-8955-AAC81C3B97F2}"/>
                </a:ext>
              </a:extLst>
            </p:cNvPr>
            <p:cNvCxnSpPr>
              <a:cxnSpLocks/>
            </p:cNvCxnSpPr>
            <p:nvPr/>
          </p:nvCxnSpPr>
          <p:spPr>
            <a:xfrm>
              <a:off x="687913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57F65C5-336A-9B60-DA4C-B08040E1E493}"/>
                </a:ext>
              </a:extLst>
            </p:cNvPr>
            <p:cNvCxnSpPr>
              <a:cxnSpLocks/>
            </p:cNvCxnSpPr>
            <p:nvPr/>
          </p:nvCxnSpPr>
          <p:spPr>
            <a:xfrm>
              <a:off x="7187943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CA299FE-8D78-CA0F-A128-C791E235E249}"/>
                </a:ext>
              </a:extLst>
            </p:cNvPr>
            <p:cNvCxnSpPr>
              <a:cxnSpLocks/>
            </p:cNvCxnSpPr>
            <p:nvPr/>
          </p:nvCxnSpPr>
          <p:spPr>
            <a:xfrm>
              <a:off x="7496749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D742C4B-DE17-F06D-9A9C-325609B29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05555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457FACC-6784-E3C9-B962-41BD8FD04531}"/>
                </a:ext>
              </a:extLst>
            </p:cNvPr>
            <p:cNvCxnSpPr>
              <a:cxnSpLocks/>
            </p:cNvCxnSpPr>
            <p:nvPr/>
          </p:nvCxnSpPr>
          <p:spPr>
            <a:xfrm>
              <a:off x="8114361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75BF9D1-8D40-2A0A-2499-6E9F53DEF6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167" y="2062120"/>
              <a:ext cx="0" cy="26517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DC1D42C-EAE2-4320-D297-8F371070F896}"/>
              </a:ext>
            </a:extLst>
          </p:cNvPr>
          <p:cNvGrpSpPr/>
          <p:nvPr/>
        </p:nvGrpSpPr>
        <p:grpSpPr>
          <a:xfrm>
            <a:off x="3601233" y="2164276"/>
            <a:ext cx="5017439" cy="2495246"/>
            <a:chOff x="3601233" y="2164276"/>
            <a:chExt cx="5017439" cy="2495246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A821B3D-AE6A-605C-7433-BAB9AA510687}"/>
                </a:ext>
              </a:extLst>
            </p:cNvPr>
            <p:cNvGrpSpPr/>
            <p:nvPr/>
          </p:nvGrpSpPr>
          <p:grpSpPr>
            <a:xfrm>
              <a:off x="3601233" y="2164276"/>
              <a:ext cx="73152" cy="2495246"/>
              <a:chOff x="3489553" y="2164276"/>
              <a:chExt cx="73152" cy="2495246"/>
            </a:xfrm>
          </p:grpSpPr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5D3E5876-CC90-97DA-F5EC-30835F06E53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EF84CBA4-0763-3977-FBE6-29FC119B47D1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F66D1EDE-87F7-9991-3170-44904F42C5EE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DF70824E-18A9-3BC3-49BA-D4A89D80A90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A7BD82CC-3841-D84E-FE98-10C9C9067E78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276EE966-224B-0776-4EF9-B1072F44F372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31E981FB-95B1-8B3D-D72E-C3DE97545810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E06A429F-8FBE-9BAD-66B0-2EFB8FCC760E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C7FB7485-756A-6098-D077-09CC67B715E7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D5455A06-9FF1-AA7C-FF3C-77AAA7A61E20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917B3CED-160C-12E5-36F8-43D5353EDCF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923A0BD1-2862-493F-6C36-8FFC438B86A0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7461E1A-5CB5-E888-B3BF-B94A25F3002D}"/>
                </a:ext>
              </a:extLst>
            </p:cNvPr>
            <p:cNvGrpSpPr/>
            <p:nvPr/>
          </p:nvGrpSpPr>
          <p:grpSpPr>
            <a:xfrm>
              <a:off x="3910251" y="2164276"/>
              <a:ext cx="73152" cy="2495246"/>
              <a:chOff x="3489553" y="2164276"/>
              <a:chExt cx="73152" cy="2495246"/>
            </a:xfrm>
          </p:grpSpPr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DADC4EEF-B496-5765-C2A3-A5DE4909192B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8430889A-D8CF-4D38-2167-EA851A81581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B3645D60-7F1A-AE93-AD5B-C402C587CE9B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152B5729-D1D7-66B2-7568-399254B840C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876853DC-47F3-DA32-56B1-9645C8A937BC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4241F9A7-B84B-0073-45E0-C9A7703BC0FF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BF611D6E-65F3-C516-201F-DDFB3090F3DD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DB8C8576-13ED-4834-46CB-16C91C336D8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41518D41-9D18-20CE-E1B0-05482C56D4EE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B539294C-C988-3570-FBC2-4313D228EF76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93ED39AF-3157-3926-8D97-80ABC24A23B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8BAE959A-90CC-CACE-CB16-9E8FC047BC1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9478B95-6F9C-464F-4BFC-C530C5413EF1}"/>
                </a:ext>
              </a:extLst>
            </p:cNvPr>
            <p:cNvGrpSpPr/>
            <p:nvPr/>
          </p:nvGrpSpPr>
          <p:grpSpPr>
            <a:xfrm>
              <a:off x="4219269" y="2164276"/>
              <a:ext cx="73152" cy="2495246"/>
              <a:chOff x="3489553" y="2164276"/>
              <a:chExt cx="73152" cy="2495246"/>
            </a:xfrm>
          </p:grpSpPr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7AA73A14-81CC-0938-6316-F49C830E4EC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E54EDBE6-B089-F369-B253-A580D4A2DC20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8E21BB7F-55EE-B773-5C95-09850225461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3B109922-A92B-4CE5-7C09-9A859EFEB7D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02BBFBF5-A907-176F-25C3-0FBD31FF3152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D27B95C9-34F0-AAF6-ADDE-2E1A00A70F6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0C7072C1-9EB1-0B9D-2DDC-F6CBCE8C0491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32AC8815-5736-C57A-F331-C61BD7BF66C1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4A46189-CE1C-4BB7-B08D-0CFF2099BD1C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781AFED1-A09A-8FD3-5965-9E988BA4E45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5A17CA8B-140A-818C-8B0D-DBC131DC7CE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75A30F27-8E32-8346-4F03-060757B9D9D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0240009-E61A-2B6F-B201-980FA5A56017}"/>
                </a:ext>
              </a:extLst>
            </p:cNvPr>
            <p:cNvGrpSpPr/>
            <p:nvPr/>
          </p:nvGrpSpPr>
          <p:grpSpPr>
            <a:xfrm>
              <a:off x="4528287" y="2164276"/>
              <a:ext cx="73152" cy="2495246"/>
              <a:chOff x="3489553" y="2164276"/>
              <a:chExt cx="73152" cy="2495246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23E769F4-5F93-D500-C938-62902D028D7F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0D3780DC-11C6-9E91-8B2B-AD85B86A19AF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8C12E063-7EFD-2083-EEAC-D829B6980E1C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EF3788EE-F4A5-8E97-DDA3-A3148A064FF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B05B3D70-6688-0E29-49BD-DC5065AEE448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F01F1EE4-2F71-E8C7-C25F-D672D9F74226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29DF10A6-A986-D5C5-1273-D02734F783AA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2057D971-51F8-1394-5674-5A0B4F55EDE7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4A505B0-7AC3-BE4C-1D19-C0FAF5456C10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78C6D071-8A09-925C-08FE-F67E81465184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Oval 278">
                <a:extLst>
                  <a:ext uri="{FF2B5EF4-FFF2-40B4-BE49-F238E27FC236}">
                    <a16:creationId xmlns:a16="http://schemas.microsoft.com/office/drawing/2014/main" id="{79321689-E4DF-EB0E-B1EE-AB125702586A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324D77F9-EDA4-C980-228C-93C8FA7FB2F6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25CA0CCA-5A7A-7115-D5B0-B39CCD14C69C}"/>
                </a:ext>
              </a:extLst>
            </p:cNvPr>
            <p:cNvGrpSpPr/>
            <p:nvPr/>
          </p:nvGrpSpPr>
          <p:grpSpPr>
            <a:xfrm>
              <a:off x="4837305" y="2164276"/>
              <a:ext cx="73152" cy="2495246"/>
              <a:chOff x="3489553" y="2164276"/>
              <a:chExt cx="73152" cy="2495246"/>
            </a:xfrm>
          </p:grpSpPr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8383FB4B-1176-04AF-B81E-2EF76D0ED62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DBDB8458-3D01-A48E-0FAE-49D63BDA688B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847F7B75-8422-45CD-8F08-6AA4637A6F1F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1090DAEE-CC50-177B-08C5-AC3D1A29F92A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EE2C68B2-7C17-F24E-0CB3-27EBCCCA6C8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43DA750B-DA82-60C2-C8F5-F772B9B2782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77DD17F5-94D5-DF28-1177-9F8705D28CDF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E666F3A9-C316-6BA9-E2A0-F4F733F51B9F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0BAE88F-636F-25C0-5DE4-8D3A1A125946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E28D1775-8A17-16D2-E771-53E90434BAD7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C114AE10-1298-F52A-FE56-05211E2472FF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386BB35B-EAAE-6E89-1B3C-00AC633CDFA7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BD73-47E5-FE0E-5E85-9329B3E664D3}"/>
                </a:ext>
              </a:extLst>
            </p:cNvPr>
            <p:cNvGrpSpPr/>
            <p:nvPr/>
          </p:nvGrpSpPr>
          <p:grpSpPr>
            <a:xfrm>
              <a:off x="5146323" y="2164276"/>
              <a:ext cx="73152" cy="2495246"/>
              <a:chOff x="3489553" y="2164276"/>
              <a:chExt cx="73152" cy="2495246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C0C1231C-986C-716E-2348-7F8BB77B7A10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078E95F3-5373-4294-1E66-D266C9DA9804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B454A62F-B64C-330B-3081-0C1985943762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4130B91F-4380-6C11-9A26-CF02E7178D73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4A8BDD99-B09A-22B8-DC31-D5555725448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4FB586A-8279-360F-CCC8-561947453AF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0CFA6ED7-38E5-702A-5F00-AD03380155A8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9C3C0EE-4453-231A-7F96-75E60EF2716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8E6889A4-760E-A2E1-F9B3-90B97EB8059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F6CD6500-960D-4C25-B1DA-1FEC703070E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96CC4528-D9E5-216D-89D1-A5CBC28B46E8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93DB52CF-4C02-C538-360A-7D592550541D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3B85CB9-D1D7-3114-9323-9E3760012A41}"/>
                </a:ext>
              </a:extLst>
            </p:cNvPr>
            <p:cNvGrpSpPr/>
            <p:nvPr/>
          </p:nvGrpSpPr>
          <p:grpSpPr>
            <a:xfrm>
              <a:off x="5455341" y="2164276"/>
              <a:ext cx="73152" cy="2495246"/>
              <a:chOff x="3489553" y="2164276"/>
              <a:chExt cx="73152" cy="2495246"/>
            </a:xfrm>
          </p:grpSpPr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36B2CE82-6055-32F4-14C5-05B44E6611F2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B716CAED-A264-92F0-734E-D96AE54FA916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2F2134CE-3D8A-D4C3-BD0C-73AE20FAEFA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54406ED8-FCAB-48B4-D997-FF2F6DE65246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B41E4FA6-157B-3899-0792-A43D4A871A09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8E85C102-AD98-30FD-1EFF-3B9703E63CA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59894E90-201B-E264-D05F-05383DD55AB0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EBFBC38B-40C9-FA49-C575-9558F25C3FF2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5E742A4F-14A8-517D-F2ED-A60831AFBE4E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6EB863C4-B9A9-AC7E-6142-84EF17811765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96A5EC49-B06B-D89E-4F04-08BB349FE807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5C04EEC6-C772-DC2C-C78C-300A6D457C48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D086929-C957-B488-F3B1-E0835EBAC666}"/>
                </a:ext>
              </a:extLst>
            </p:cNvPr>
            <p:cNvGrpSpPr/>
            <p:nvPr/>
          </p:nvGrpSpPr>
          <p:grpSpPr>
            <a:xfrm>
              <a:off x="5764359" y="2164276"/>
              <a:ext cx="73152" cy="2495246"/>
              <a:chOff x="3489553" y="2164276"/>
              <a:chExt cx="73152" cy="2495246"/>
            </a:xfrm>
          </p:grpSpPr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551EFA6E-17B0-68BA-D7ED-F88BFD8B0DD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BBB9B0-9E86-5B81-AB5F-93784B640EC9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30430FF8-E471-F588-D641-BE3041BF1524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746995A-93E7-518D-6E00-D5E66DA39139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AD9AFED5-7CB1-EB96-D405-835614467D74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5A2EC93-D739-54B8-CD24-D9E6B767470B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1B384DDD-2500-B65E-20FD-5977A65B3092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B9BA9093-7269-B366-8A14-988CDC2ECFB2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58D86FA-E687-E221-9D8F-C94107C42619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B8B1C7E9-F3C7-8649-8687-DACCC687EA81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4A9B1652-092C-C882-622F-28931B75EE7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6F492F65-62A8-A86E-5BFE-8BA49250B2FD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87A5477-011F-728C-832D-D4ADED415D5A}"/>
                </a:ext>
              </a:extLst>
            </p:cNvPr>
            <p:cNvGrpSpPr/>
            <p:nvPr/>
          </p:nvGrpSpPr>
          <p:grpSpPr>
            <a:xfrm>
              <a:off x="6073377" y="2164276"/>
              <a:ext cx="73152" cy="2495246"/>
              <a:chOff x="3489553" y="2164276"/>
              <a:chExt cx="73152" cy="2495246"/>
            </a:xfrm>
          </p:grpSpPr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FB0A501C-4951-C107-9642-154E420EB23B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5C5C6E8C-9F14-5FF4-4697-54D95533E637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040B9E54-2218-8393-906D-D7C6EBCE7E4D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A4DDF92-FB33-0068-DC71-12BD1EB2B702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95C35F98-D9DF-F60A-51D1-1D51C5864BFE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697C2B2-44A4-D3A7-C2FD-D36337ACE454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F73AFC04-9D57-2A44-2E90-2584BFF8277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AFA48C34-BD59-F3F4-A3FF-4F74C779940F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12441B54-2F27-D44B-F9EB-64C3E96013BB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B741A34C-C2E8-0585-5344-F2D44BA4F9A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DFD329F-31D9-73F5-37E0-0BAFD430625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262A9A4C-70B3-2B3D-87A1-BD26C3A6A10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8ECFFB9-EAAF-34AF-ECB5-2ED3F9460DCA}"/>
                </a:ext>
              </a:extLst>
            </p:cNvPr>
            <p:cNvGrpSpPr/>
            <p:nvPr/>
          </p:nvGrpSpPr>
          <p:grpSpPr>
            <a:xfrm>
              <a:off x="6382395" y="2164276"/>
              <a:ext cx="73152" cy="2495246"/>
              <a:chOff x="3489553" y="2164276"/>
              <a:chExt cx="73152" cy="2495246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7A7F57DF-4894-5DB8-6717-E77EC0D6018E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A281DFB4-2252-08B0-AE39-755AA37F2F53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0D0934A6-9EEE-BFF2-5E6C-0E3929699D96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46FE6C38-982F-96BC-E1ED-E417B3912CB7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C8847612-F59B-4789-9E6F-0AC3CEC127D3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C5F24468-FDD8-67A3-2F69-3E0CCE669C11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4376363B-BD4B-782B-2668-1F74BDC6CF72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5A28E98F-89E2-3FAC-D91E-B107C1861FF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18423C46-8E2C-AF8F-2228-BECA9DD93EDD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61A3A45D-4263-7243-156B-DB99976483F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86E39A07-35D9-30AC-872F-A67E42E98ED3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A2189584-6638-3175-FCE1-3FD9ADD0B27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7DED56-B9E5-3FF1-BBEE-A092B78A56AF}"/>
                </a:ext>
              </a:extLst>
            </p:cNvPr>
            <p:cNvGrpSpPr/>
            <p:nvPr/>
          </p:nvGrpSpPr>
          <p:grpSpPr>
            <a:xfrm>
              <a:off x="6691413" y="2164276"/>
              <a:ext cx="73152" cy="2495246"/>
              <a:chOff x="3489553" y="2164276"/>
              <a:chExt cx="73152" cy="2495246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0A0C4037-5B5C-42EF-A642-B0DC0076D3D6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3520BF04-8257-13F5-7114-215DF334627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C8D35A5B-7A5C-D0D6-2ADC-1D829E86858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7B3FDD48-C9E5-06EF-7AE1-F83E4AE3BBD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80D39849-164D-A69C-F809-56556AB9AF21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FEDC3D17-076F-9CE5-22BE-83210C4377D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5FB1D576-DF58-85D0-5B0E-8DB2F4554127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A063C64-FE73-8D07-19AE-FAE42717953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BCED695C-3599-FCBF-5CA0-1C6C5838F8D4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85DEA562-C313-F3F9-EAF2-AC169425183D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70C241C1-3687-72C1-1ECE-6CD74A6BE7C4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FDCA940-DF77-8F56-7C61-90629A16DF79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F224118-A59D-8D73-FA02-BCE76D474CDA}"/>
                </a:ext>
              </a:extLst>
            </p:cNvPr>
            <p:cNvGrpSpPr/>
            <p:nvPr/>
          </p:nvGrpSpPr>
          <p:grpSpPr>
            <a:xfrm>
              <a:off x="7000431" y="2164276"/>
              <a:ext cx="73152" cy="2495246"/>
              <a:chOff x="3489553" y="2164276"/>
              <a:chExt cx="73152" cy="2495246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9021A91A-6881-1F7B-6A2C-84EE6942CF76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30ECC70D-AE90-C6CF-1FE6-B71F014D8824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C02DE2C-8E1E-0EEA-836C-CB39DE6B645C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BE3EC6A-DBB5-F8EA-1EBF-F17905EFB982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B3C38256-965B-A2C1-6131-5A65BC76B635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A8988699-97F9-CFC5-5311-4E0CB31EEDDB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979E4CE0-5AFA-F917-F45C-5B2365042824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CF2286AC-D0D3-8605-FD3D-2D2FED461E63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7F86BBA-3A0C-61BE-A3A2-E9D1CFF26B0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2C587C57-00F0-5EC5-7EF8-C1A28B927D78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C5A7505F-278A-E311-1D6E-63A8C0E4FD26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8ED12124-A067-8900-547E-C7663B17EECA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3A99719-0B84-EE01-230F-41F496847C0C}"/>
                </a:ext>
              </a:extLst>
            </p:cNvPr>
            <p:cNvGrpSpPr/>
            <p:nvPr/>
          </p:nvGrpSpPr>
          <p:grpSpPr>
            <a:xfrm>
              <a:off x="7309449" y="2164276"/>
              <a:ext cx="73152" cy="2495246"/>
              <a:chOff x="3489553" y="2164276"/>
              <a:chExt cx="73152" cy="2495246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AAB4C4E-F7A3-74F3-D5E3-9B1DD92538CD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8862F117-BADA-B72E-664A-B97664BB3B6F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AA6DBEE-CA7C-3EDF-4D50-706E670A16F3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8468B09E-A23D-5BC3-10D1-EFD67DE6EE91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7660B19-A853-B66F-EFE7-B3375104A295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F83EDD26-86F0-9051-46CB-2BF1188D18A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987E64E5-1FEB-681B-69D2-864801175E1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773F5EBD-21D1-400A-3EDF-4E317147BE2A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3A540B1C-D7EE-4457-2288-2234B41EDFFF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D0655443-C75E-1A7A-C38E-F716456FB14F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C8121CF3-82F3-48BB-DA8E-3E19B4313B4A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D1E88D74-2E56-6E01-BB9C-641695F9028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3E9ABA7-29DC-61BA-06E5-473AC3F762D8}"/>
                </a:ext>
              </a:extLst>
            </p:cNvPr>
            <p:cNvGrpSpPr/>
            <p:nvPr/>
          </p:nvGrpSpPr>
          <p:grpSpPr>
            <a:xfrm>
              <a:off x="7618467" y="2164276"/>
              <a:ext cx="73152" cy="2495246"/>
              <a:chOff x="3489553" y="2164276"/>
              <a:chExt cx="73152" cy="2495246"/>
            </a:xfrm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512E862A-2CB0-CAC2-7717-B7B46B4A1B05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1D6326C1-4F51-CC05-11A1-04797A038462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7EAB8B2B-AA00-57D3-6912-165861A9A60B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10984F2-A019-A53C-AA5C-D18700A79E31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569E5FE9-8A2E-0E0D-9F76-961D75913FDF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D87836D4-DF59-C6C5-499A-950BE2CD8BC3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9F81B244-1CFE-F3B7-52C0-337E759B6DBC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2640B91-7AFB-CA37-B9AC-FC6748F11E15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321A4BE6-8A2A-4B6C-F144-6E43EC8AB466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43D682CE-F4E3-0A2B-1A63-BD6B4BDD0004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F427F05F-3D98-E255-2CEF-581E5CA2FC82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48FECEF8-B43E-27CF-2F80-2C3A7232876E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0652FE0-609C-2E09-AE89-313208C3925B}"/>
                </a:ext>
              </a:extLst>
            </p:cNvPr>
            <p:cNvGrpSpPr/>
            <p:nvPr/>
          </p:nvGrpSpPr>
          <p:grpSpPr>
            <a:xfrm>
              <a:off x="7927485" y="2164276"/>
              <a:ext cx="73152" cy="2495246"/>
              <a:chOff x="3489553" y="2164276"/>
              <a:chExt cx="73152" cy="2495246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7C61D155-CC97-85D3-E89B-D9F60FDF521D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50A2525-85B2-21C0-53F8-E3975D562E4E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A96237C-A9C5-BE87-F222-3067DEA35ED5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21E4F1A-049D-2B97-1F39-55F22F582EBD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0094CF44-FDD1-51C6-5BFB-0C6FBE0FD02A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04C1E09-4F37-584C-9E66-FE6F079B503C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3650E54-D98E-FFB4-FEC4-7B6FF0A1E89F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43319176-03E3-0F0E-D067-DC713EEB6721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E53CA9D-1342-2F45-226F-560F02D32D5D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62F3D3E6-57C6-B8B9-C3A2-120DDB915077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7EC1502-6FD3-DE86-6C82-F819AC4D3C4F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E506B4A-DFA6-C7EB-5A28-FFA7A7DC5E49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436C290-7BE5-157C-635C-74CDA9F49A7F}"/>
                </a:ext>
              </a:extLst>
            </p:cNvPr>
            <p:cNvGrpSpPr/>
            <p:nvPr/>
          </p:nvGrpSpPr>
          <p:grpSpPr>
            <a:xfrm>
              <a:off x="8236503" y="2164276"/>
              <a:ext cx="73152" cy="2495246"/>
              <a:chOff x="3489553" y="2164276"/>
              <a:chExt cx="73152" cy="2495246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C39D60BB-361F-8649-6747-AEF5E67FD12E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49724B1-FFF7-FBA3-CCC1-8EF6A1FE4ABD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E7504C82-D8F0-6494-03FB-D3F437ED21C7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4640E41-A237-ADBF-C6AC-0C14F1E58873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60AB60C9-CAA3-1E32-9975-873DEF3A678E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574228D3-910C-B5A0-F7B6-6AE4A508C918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1279D91-9F8E-7FD9-8046-0785E4E492F4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2580221D-3EEA-2E37-C5DA-F60A8971F1DC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FF91D37-D037-5248-EAE6-20E37611CC6A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0CC5F2E9-033F-8A7F-C1FD-41C14DE2B37A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6852C93C-AC35-8E6D-58AA-595124010214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E1A393-9274-0E96-D860-8BC35D9BAD10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4319A8D-5617-3490-E7E9-7054932B487B}"/>
                </a:ext>
              </a:extLst>
            </p:cNvPr>
            <p:cNvGrpSpPr/>
            <p:nvPr/>
          </p:nvGrpSpPr>
          <p:grpSpPr>
            <a:xfrm>
              <a:off x="8545520" y="2164276"/>
              <a:ext cx="73152" cy="2495246"/>
              <a:chOff x="3489553" y="2164276"/>
              <a:chExt cx="73152" cy="2495246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776C5B0-B0B5-BA30-135A-5D7C1AC2A028}"/>
                  </a:ext>
                </a:extLst>
              </p:cNvPr>
              <p:cNvSpPr/>
              <p:nvPr/>
            </p:nvSpPr>
            <p:spPr>
              <a:xfrm>
                <a:off x="3489553" y="21642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1F0C3756-74DE-F92D-266D-F7CDFA7BB0E2}"/>
                  </a:ext>
                </a:extLst>
              </p:cNvPr>
              <p:cNvSpPr/>
              <p:nvPr/>
            </p:nvSpPr>
            <p:spPr>
              <a:xfrm>
                <a:off x="3489553" y="238446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0FFEF3BB-D738-4B65-8D11-0B7E102CCFEA}"/>
                  </a:ext>
                </a:extLst>
              </p:cNvPr>
              <p:cNvSpPr/>
              <p:nvPr/>
            </p:nvSpPr>
            <p:spPr>
              <a:xfrm>
                <a:off x="3489553" y="260465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E03692D-9060-8349-2735-47E63DFB9E7E}"/>
                  </a:ext>
                </a:extLst>
              </p:cNvPr>
              <p:cNvSpPr/>
              <p:nvPr/>
            </p:nvSpPr>
            <p:spPr>
              <a:xfrm>
                <a:off x="3489553" y="282484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7409F621-8166-48D8-D963-EB5E954038D9}"/>
                  </a:ext>
                </a:extLst>
              </p:cNvPr>
              <p:cNvSpPr/>
              <p:nvPr/>
            </p:nvSpPr>
            <p:spPr>
              <a:xfrm>
                <a:off x="3489553" y="304503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EB43A4E-5B3B-B1A9-BEB9-687B510A5E24}"/>
                  </a:ext>
                </a:extLst>
              </p:cNvPr>
              <p:cNvSpPr/>
              <p:nvPr/>
            </p:nvSpPr>
            <p:spPr>
              <a:xfrm>
                <a:off x="3489553" y="326522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E265B7E-4A13-A48E-C77F-92457BD1645B}"/>
                  </a:ext>
                </a:extLst>
              </p:cNvPr>
              <p:cNvSpPr/>
              <p:nvPr/>
            </p:nvSpPr>
            <p:spPr>
              <a:xfrm>
                <a:off x="3489553" y="348541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469D7815-2073-C829-23B4-0828413B88F5}"/>
                  </a:ext>
                </a:extLst>
              </p:cNvPr>
              <p:cNvSpPr/>
              <p:nvPr/>
            </p:nvSpPr>
            <p:spPr>
              <a:xfrm>
                <a:off x="3489553" y="370560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EF9359F-D61A-D298-DF3C-E0A2B625C483}"/>
                  </a:ext>
                </a:extLst>
              </p:cNvPr>
              <p:cNvSpPr/>
              <p:nvPr/>
            </p:nvSpPr>
            <p:spPr>
              <a:xfrm>
                <a:off x="3489553" y="392579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8211589-B766-C8DE-5DD4-73E9ECFC11CE}"/>
                  </a:ext>
                </a:extLst>
              </p:cNvPr>
              <p:cNvSpPr/>
              <p:nvPr/>
            </p:nvSpPr>
            <p:spPr>
              <a:xfrm>
                <a:off x="3489553" y="414598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756F21F-9CF6-4A7E-1803-890958B02870}"/>
                  </a:ext>
                </a:extLst>
              </p:cNvPr>
              <p:cNvSpPr/>
              <p:nvPr/>
            </p:nvSpPr>
            <p:spPr>
              <a:xfrm>
                <a:off x="3489553" y="4366176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663E775-315B-9DDF-7BF3-E453FB4BDB14}"/>
                  </a:ext>
                </a:extLst>
              </p:cNvPr>
              <p:cNvSpPr/>
              <p:nvPr/>
            </p:nvSpPr>
            <p:spPr>
              <a:xfrm>
                <a:off x="3489553" y="4586370"/>
                <a:ext cx="73152" cy="731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17" name="Rectangle 316">
            <a:extLst>
              <a:ext uri="{FF2B5EF4-FFF2-40B4-BE49-F238E27FC236}">
                <a16:creationId xmlns:a16="http://schemas.microsoft.com/office/drawing/2014/main" id="{AADAB778-EE5F-1F94-E327-EC86BEB3F82E}"/>
              </a:ext>
            </a:extLst>
          </p:cNvPr>
          <p:cNvSpPr/>
          <p:nvPr/>
        </p:nvSpPr>
        <p:spPr>
          <a:xfrm>
            <a:off x="3474179" y="2081676"/>
            <a:ext cx="5257800" cy="2651760"/>
          </a:xfrm>
          <a:prstGeom prst="rect">
            <a:avLst/>
          </a:prstGeom>
          <a:noFill/>
          <a:ln w="317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F413468-AFC1-EF86-C5F0-3052E13CF680}"/>
              </a:ext>
            </a:extLst>
          </p:cNvPr>
          <p:cNvGrpSpPr/>
          <p:nvPr/>
        </p:nvGrpSpPr>
        <p:grpSpPr>
          <a:xfrm>
            <a:off x="3474179" y="1778068"/>
            <a:ext cx="5257795" cy="228600"/>
            <a:chOff x="4558423" y="1503149"/>
            <a:chExt cx="1828800" cy="284206"/>
          </a:xfrm>
        </p:grpSpPr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5068565-BF73-EB22-EF7C-035C87BEF64E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135BAA6-9EEA-2928-E13F-C2504D657477}"/>
                </a:ext>
              </a:extLst>
            </p:cNvPr>
            <p:cNvCxnSpPr>
              <a:cxnSpLocks/>
            </p:cNvCxnSpPr>
            <p:nvPr/>
          </p:nvCxnSpPr>
          <p:spPr>
            <a:xfrm>
              <a:off x="63872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C095F8B2-263C-3646-0136-FB2DE7D70934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637160"/>
              <a:ext cx="1828800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D1ECD9AC-4017-5637-8A61-D74CFF113647}"/>
              </a:ext>
            </a:extLst>
          </p:cNvPr>
          <p:cNvGrpSpPr/>
          <p:nvPr/>
        </p:nvGrpSpPr>
        <p:grpSpPr>
          <a:xfrm rot="16200000">
            <a:off x="1923745" y="3287660"/>
            <a:ext cx="2651760" cy="228600"/>
            <a:chOff x="4558423" y="1503149"/>
            <a:chExt cx="1828800" cy="284206"/>
          </a:xfrm>
        </p:grpSpPr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850E4B98-432C-4C96-96D7-AC6060E90F8B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5B3D20B-A79A-279E-5013-C895534F3765}"/>
                </a:ext>
              </a:extLst>
            </p:cNvPr>
            <p:cNvCxnSpPr>
              <a:cxnSpLocks/>
            </p:cNvCxnSpPr>
            <p:nvPr/>
          </p:nvCxnSpPr>
          <p:spPr>
            <a:xfrm>
              <a:off x="6387223" y="1503149"/>
              <a:ext cx="0" cy="284206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AD5B113-00E5-1F65-4E35-E5195E310482}"/>
                </a:ext>
              </a:extLst>
            </p:cNvPr>
            <p:cNvCxnSpPr>
              <a:cxnSpLocks/>
            </p:cNvCxnSpPr>
            <p:nvPr/>
          </p:nvCxnSpPr>
          <p:spPr>
            <a:xfrm>
              <a:off x="4558423" y="1637160"/>
              <a:ext cx="1828800" cy="0"/>
            </a:xfrm>
            <a:prstGeom prst="line">
              <a:avLst/>
            </a:prstGeom>
            <a:ln w="25400" cap="rnd">
              <a:solidFill>
                <a:schemeClr val="accent3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75DF5A4-01AF-A3BD-E965-63706C22EC6E}"/>
                  </a:ext>
                </a:extLst>
              </p:cNvPr>
              <p:cNvSpPr txBox="1"/>
              <p:nvPr/>
            </p:nvSpPr>
            <p:spPr>
              <a:xfrm>
                <a:off x="3474179" y="1544726"/>
                <a:ext cx="525778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Domain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direction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75DF5A4-01AF-A3BD-E965-63706C22E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179" y="1544726"/>
                <a:ext cx="5257789" cy="246221"/>
              </a:xfrm>
              <a:prstGeom prst="rect">
                <a:avLst/>
              </a:prstGeom>
              <a:blipFill>
                <a:blip r:embed="rId2"/>
                <a:stretch>
                  <a:fillRect t="-47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FEA12ED-A2BC-4979-2A30-5765FCD07D28}"/>
                  </a:ext>
                </a:extLst>
              </p:cNvPr>
              <p:cNvSpPr txBox="1"/>
              <p:nvPr/>
            </p:nvSpPr>
            <p:spPr>
              <a:xfrm rot="16200000">
                <a:off x="1636354" y="3278830"/>
                <a:ext cx="265174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Domain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direction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FEA12ED-A2BC-4979-2A30-5765FCD0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36354" y="3278830"/>
                <a:ext cx="2651742" cy="246221"/>
              </a:xfrm>
              <a:prstGeom prst="rect">
                <a:avLst/>
              </a:prstGeom>
              <a:blipFill>
                <a:blip r:embed="rId3"/>
                <a:stretch>
                  <a:fillRect l="-10000" r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28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04D379C-D2B5-A055-01A3-68EFABE7A640}"/>
              </a:ext>
            </a:extLst>
          </p:cNvPr>
          <p:cNvGrpSpPr/>
          <p:nvPr/>
        </p:nvGrpSpPr>
        <p:grpSpPr>
          <a:xfrm>
            <a:off x="4452168" y="1935414"/>
            <a:ext cx="1828800" cy="1828800"/>
            <a:chOff x="4513952" y="2207262"/>
            <a:chExt cx="1828800" cy="1828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59778BB-D0B6-AD6A-6159-2A20D45F4FA8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6880088-D80C-1425-23B6-3F1179CB6E39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F8A3400-DDD3-A0FB-C5AA-CA4E4DCC937B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353750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F8A3400-DDD3-A0FB-C5AA-CA4E4DCC9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353750" cy="299313"/>
                </a:xfrm>
                <a:prstGeom prst="rect">
                  <a:avLst/>
                </a:prstGeom>
                <a:blipFill>
                  <a:blip r:embed="rId2"/>
                  <a:stretch>
                    <a:fillRect l="-13793" r="-10345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928EC7-4D6E-0EB0-1ED2-A14ABBF2D681}"/>
              </a:ext>
            </a:extLst>
          </p:cNvPr>
          <p:cNvGrpSpPr/>
          <p:nvPr/>
        </p:nvGrpSpPr>
        <p:grpSpPr>
          <a:xfrm>
            <a:off x="6280968" y="1935414"/>
            <a:ext cx="1828800" cy="1828800"/>
            <a:chOff x="4513952" y="2207262"/>
            <a:chExt cx="1828800" cy="1828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13207A-8EED-1F18-74B7-0B137DCCF5DE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D01C33-94E1-77BE-CDB4-54B29BD7C1F5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899D-02BE-609F-4FC2-2DE0AB9D0D62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573362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57899D-02BE-609F-4FC2-2DE0AB9D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573362" cy="299313"/>
                </a:xfrm>
                <a:prstGeom prst="rect">
                  <a:avLst/>
                </a:prstGeom>
                <a:blipFill>
                  <a:blip r:embed="rId3"/>
                  <a:stretch>
                    <a:fillRect l="-8696" r="-6522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A99E3A-DB16-6D3A-06FF-86166773B69E}"/>
              </a:ext>
            </a:extLst>
          </p:cNvPr>
          <p:cNvGrpSpPr/>
          <p:nvPr/>
        </p:nvGrpSpPr>
        <p:grpSpPr>
          <a:xfrm>
            <a:off x="4452168" y="3764214"/>
            <a:ext cx="1828800" cy="1828800"/>
            <a:chOff x="4513952" y="2207262"/>
            <a:chExt cx="1828800" cy="18288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010532-61AA-41F8-9B59-5C957F4A5C0A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4FB356-6CDA-F6F1-9E9E-8103EACD6F04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6B403B-E07C-D82B-9EE4-B05EE412BC52}"/>
                    </a:ext>
                  </a:extLst>
                </p:cNvPr>
                <p:cNvSpPr txBox="1"/>
                <p:nvPr/>
              </p:nvSpPr>
              <p:spPr>
                <a:xfrm>
                  <a:off x="5251477" y="2703929"/>
                  <a:ext cx="501869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E6B403B-E07C-D82B-9EE4-B05EE412B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477" y="2703929"/>
                  <a:ext cx="501869" cy="299313"/>
                </a:xfrm>
                <a:prstGeom prst="rect">
                  <a:avLst/>
                </a:prstGeom>
                <a:blipFill>
                  <a:blip r:embed="rId4"/>
                  <a:stretch>
                    <a:fillRect l="-9756" r="-2439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645858-270D-7993-8AE2-E79D16798561}"/>
              </a:ext>
            </a:extLst>
          </p:cNvPr>
          <p:cNvGrpSpPr/>
          <p:nvPr/>
        </p:nvGrpSpPr>
        <p:grpSpPr>
          <a:xfrm>
            <a:off x="6280968" y="3764214"/>
            <a:ext cx="1828800" cy="1828800"/>
            <a:chOff x="4513952" y="2207262"/>
            <a:chExt cx="1828800" cy="18288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504661-0230-CBCE-EBAB-FC4DFD2FBBAE}"/>
                </a:ext>
              </a:extLst>
            </p:cNvPr>
            <p:cNvSpPr/>
            <p:nvPr/>
          </p:nvSpPr>
          <p:spPr>
            <a:xfrm>
              <a:off x="4513952" y="2207262"/>
              <a:ext cx="1828800" cy="1828800"/>
            </a:xfrm>
            <a:prstGeom prst="rect">
              <a:avLst/>
            </a:prstGeom>
            <a:noFill/>
            <a:ln w="12700" cap="rnd"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DE1051-D451-5691-D164-D21388B6C1D3}"/>
                </a:ext>
              </a:extLst>
            </p:cNvPr>
            <p:cNvSpPr/>
            <p:nvPr/>
          </p:nvSpPr>
          <p:spPr>
            <a:xfrm>
              <a:off x="5359772" y="3053082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2123E7-4E4D-3CD4-4DDA-6FBB4C880486}"/>
                    </a:ext>
                  </a:extLst>
                </p:cNvPr>
                <p:cNvSpPr txBox="1"/>
                <p:nvPr/>
              </p:nvSpPr>
              <p:spPr>
                <a:xfrm>
                  <a:off x="5136192" y="2703929"/>
                  <a:ext cx="721480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2123E7-4E4D-3CD4-4DDA-6FBB4C880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6192" y="2703929"/>
                  <a:ext cx="721480" cy="299313"/>
                </a:xfrm>
                <a:prstGeom prst="rect">
                  <a:avLst/>
                </a:prstGeom>
                <a:blipFill>
                  <a:blip r:embed="rId5"/>
                  <a:stretch>
                    <a:fillRect l="-6897" r="-1724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B697AC-A9A5-62BA-5492-DAC273B51E32}"/>
              </a:ext>
            </a:extLst>
          </p:cNvPr>
          <p:cNvGrpSpPr/>
          <p:nvPr/>
        </p:nvGrpSpPr>
        <p:grpSpPr>
          <a:xfrm>
            <a:off x="4452168" y="1414720"/>
            <a:ext cx="1828800" cy="452114"/>
            <a:chOff x="4452168" y="1414720"/>
            <a:chExt cx="1828800" cy="45211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31B2DF-E00D-7EB2-E1FE-F4FA0C0E6A5D}"/>
                </a:ext>
              </a:extLst>
            </p:cNvPr>
            <p:cNvGrpSpPr/>
            <p:nvPr/>
          </p:nvGrpSpPr>
          <p:grpSpPr>
            <a:xfrm>
              <a:off x="4452168" y="1582628"/>
              <a:ext cx="1828800" cy="284206"/>
              <a:chOff x="4558423" y="1503149"/>
              <a:chExt cx="1828800" cy="284206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8C82AA5-172E-8E6C-5F4D-3F3B896D31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B985D8C-C347-AD68-A754-1B8E2FB17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72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78A626D-F6B7-9F94-6C3B-CC3E1F0D3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637160"/>
                <a:ext cx="1828800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B0272F-7222-0FB2-80DE-07717B847A0B}"/>
                    </a:ext>
                  </a:extLst>
                </p:cNvPr>
                <p:cNvSpPr txBox="1"/>
                <p:nvPr/>
              </p:nvSpPr>
              <p:spPr>
                <a:xfrm>
                  <a:off x="5107903" y="1414720"/>
                  <a:ext cx="3801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B0272F-7222-0FB2-80DE-07717B847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7903" y="1414720"/>
                  <a:ext cx="38016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129" r="-322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65234B-9F79-4836-B887-DB61A6942E99}"/>
              </a:ext>
            </a:extLst>
          </p:cNvPr>
          <p:cNvGrpSpPr/>
          <p:nvPr/>
        </p:nvGrpSpPr>
        <p:grpSpPr>
          <a:xfrm rot="16200000">
            <a:off x="3203871" y="2623758"/>
            <a:ext cx="1828800" cy="452113"/>
            <a:chOff x="4452168" y="1414721"/>
            <a:chExt cx="1828800" cy="45211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D870046-BBB5-1FF7-7860-2DC2AB0FC10E}"/>
                </a:ext>
              </a:extLst>
            </p:cNvPr>
            <p:cNvGrpSpPr/>
            <p:nvPr/>
          </p:nvGrpSpPr>
          <p:grpSpPr>
            <a:xfrm>
              <a:off x="4452168" y="1582628"/>
              <a:ext cx="1828800" cy="284206"/>
              <a:chOff x="4558423" y="1503149"/>
              <a:chExt cx="1828800" cy="284206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56FF454-D91B-7D0A-8630-5153746500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B55E441-8793-7798-B1DC-A60FED461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7223" y="1503149"/>
                <a:ext cx="0" cy="284206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A97C01C-187F-3D8A-F9F7-B5586DA48C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8423" y="1637160"/>
                <a:ext cx="1828800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21451D-60AB-86EF-E087-5DE89219980C}"/>
                    </a:ext>
                  </a:extLst>
                </p:cNvPr>
                <p:cNvSpPr txBox="1"/>
                <p:nvPr/>
              </p:nvSpPr>
              <p:spPr>
                <a:xfrm>
                  <a:off x="5109987" y="1414721"/>
                  <a:ext cx="3760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321451D-60AB-86EF-E087-5DE892199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987" y="1414721"/>
                  <a:ext cx="376000" cy="276999"/>
                </a:xfrm>
                <a:prstGeom prst="rect">
                  <a:avLst/>
                </a:prstGeom>
                <a:blipFill>
                  <a:blip r:embed="rId7"/>
                  <a:stretch>
                    <a:fillRect t="-6667" r="-2173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8371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Frank, Noah</dc:creator>
  <cp:lastModifiedBy>Frank, Noah</cp:lastModifiedBy>
  <cp:revision>1</cp:revision>
  <dcterms:created xsi:type="dcterms:W3CDTF">2025-10-29T16:41:11Z</dcterms:created>
  <dcterms:modified xsi:type="dcterms:W3CDTF">2025-10-29T17:01:48Z</dcterms:modified>
</cp:coreProperties>
</file>