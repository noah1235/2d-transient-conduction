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0" r:id="rId2"/>
    <p:sldId id="256" r:id="rId3"/>
    <p:sldId id="261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09" d="100"/>
          <a:sy n="109" d="100"/>
        </p:scale>
        <p:origin x="1224" y="424"/>
      </p:cViewPr>
      <p:guideLst/>
    </p:cSldViewPr>
  </p:slideViewPr>
  <p:notesTextViewPr>
    <p:cViewPr>
      <p:scale>
        <a:sx n="70" d="100"/>
        <a:sy n="7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D5F5C-B147-A24D-8311-83C6CA4FE44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A4AD3F-2EA9-004B-9C2E-FABA036F9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4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CA040-447D-2ECB-F5D6-6953C59BE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A4E7B1-7AEC-1B93-4754-2ED8C4C06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FD21E-713F-2D83-EA23-457CFACF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9CCB6-65AA-F1EE-BEA3-480828D38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D60E6-40D8-9C67-DC93-013C66D6B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22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9D873-A45F-BC3A-4D4E-E286D408E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248DC-4714-7977-A919-83296DC41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3B607-4E25-28AE-072C-ECBF80F7A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B776F-B88A-FB7D-6064-5B230CB14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199ED-29D5-A464-B1DF-30D7E9C23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95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B1BE2-16E2-ED5D-0336-73EA1D3D6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D1EC7-47D2-8581-8E5D-52060C0E4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6ACF1-BA0B-7245-AF93-2B134B30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B42FF-3A83-E331-0E30-BFFDA5F9D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7AAF2-361D-71F6-C6AA-2B92AEC8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0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52422-3D71-FE07-B508-007E2E770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4B618-E4A9-1161-517A-4861779F4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59C89-C1EF-5F8E-B510-AFCD79808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7C776-715B-6EFE-DA4B-4787D253E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7DAA1-E947-C67D-91BB-3BBCB1CD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DF264-0387-5824-2B52-7A2EDD27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96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0F7EF-D0FC-3AD0-8D71-527F7CA96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2FD4E-AB01-E388-4C20-12C8EC3C8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C9336-AC8B-2F70-FA07-2C2240655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7BBA80-03C5-8475-7936-F8D627E2A8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B8056E-E509-C946-2592-B7DD2B8E0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A66554-04D9-FC20-F2ED-9F28C7639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08AA5C-0E3C-A9EA-5E46-8E7B2A7AE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705CE3-62CF-56FF-3AAF-F987A91C9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417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B013-C067-87DD-380A-EBBAB96C4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10CF9-090D-EEDF-F751-7164D8CB6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88B01-855B-DB5D-FC0F-B000A5AB3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D8CB41-9DFB-1E72-D59A-B17F65EC3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006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E92309-77D4-A163-6A40-C605C1E44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60EE0F-5791-89E7-1490-74A13598D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7E612-0C0B-F19F-38CE-7FD0D90A7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311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0CA8B-E42B-3BBE-4ED9-38313D28A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B70B1-E41A-DBDC-23B2-C385DF6EC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5C73B-05C5-01FA-5FD4-EA5CF8151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FE14B-3835-E859-0E9B-5BA16D236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C8DA3-D991-557D-5AD7-18F59DBE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12B07-49F0-BA1C-487A-4A1AA3960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74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6880-86FC-9458-DE2E-5C1F70A2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AE38F0-4871-8F0C-D906-EB1FBA7FD9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1D8580-96B9-859A-A463-6BF6B41FB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A17A1-7FDC-6754-1627-77DF7D6E3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EF822-DAC0-4865-0309-8B674B578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F3DF9-BA79-1B57-80E5-48D7AFA26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23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E227E-3141-4DFC-04F1-F4D374AA3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7EE4C5-C244-2012-AE65-E6EAC66C1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E1457-CC41-68AB-2EDC-5E57518A2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FD0E1-2AB5-2543-FCC7-1FA21A45B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D09FC-EA87-D7A7-9863-CE85A1F7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56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DB9401-D6C3-48A2-AE84-7B2A473C8A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04ACFB-48BB-DD0F-B784-09B4F3D80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DC144-F809-53B7-ABE6-EC8694366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FCE76-8650-7AC4-42CC-49CFC3921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E729C-CA06-A2A2-9561-3240E70A1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409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74F9ED-C076-1507-C0BC-45559FED8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5A451-292A-BDA3-8245-DA62DEA59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35C3-2F16-727B-E2C7-C3DCA0B782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95195-9DB6-8444-B7CC-E77727106BE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F4087-A544-E093-A1C9-F00CD0D365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BE3B5-5337-6998-C2A9-1CABC190C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53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99E8FB21-370D-DA69-30F9-6ECE6F03A382}"/>
              </a:ext>
            </a:extLst>
          </p:cNvPr>
          <p:cNvGrpSpPr/>
          <p:nvPr/>
        </p:nvGrpSpPr>
        <p:grpSpPr>
          <a:xfrm>
            <a:off x="3474179" y="2081676"/>
            <a:ext cx="5257800" cy="2651760"/>
            <a:chOff x="3474179" y="2081676"/>
            <a:chExt cx="5257800" cy="2651760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0051428-C54F-7F7C-74C1-B9BDC27B471D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208167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885345F-B5B2-5064-AA6C-054E43424047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252363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C575D45-EC85-61CC-C809-36CBBE1AC287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296559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C6EE7A2-951D-6E85-3724-5DDB3187EE4C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318657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1ABA54F-7EB7-792F-9CB0-0A2487C880B9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340755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94E4653-673E-029D-25DE-64B4BDCA5A93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362853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E5EBFEC-9955-FE9D-7A45-2F19A4F3ADF3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384951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2C2621E-209C-66E9-7680-97D77A013B89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407049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061266A-6FF8-8A51-8881-90B6B355CFBA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429147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5C3DAA7-CB82-2E29-8C97-DF59EE6C2BB3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451245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FD694F6-CFB7-4B55-07A8-40FD04C77B3B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473343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5E57C33-F5D6-597A-F8DE-D2A179495A21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230265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75DA74E6-3126-64DA-DC94-54E0EC60F87E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274461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496C713-F2A9-7BF4-1573-9E25F26226D0}"/>
              </a:ext>
            </a:extLst>
          </p:cNvPr>
          <p:cNvGrpSpPr/>
          <p:nvPr/>
        </p:nvGrpSpPr>
        <p:grpSpPr>
          <a:xfrm>
            <a:off x="3482271" y="2076080"/>
            <a:ext cx="5249708" cy="2651760"/>
            <a:chOff x="3482271" y="2062120"/>
            <a:chExt cx="5249708" cy="265176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6E3E2E5-B4C6-A3F7-ECDB-7FE0AA2FEE80}"/>
                </a:ext>
              </a:extLst>
            </p:cNvPr>
            <p:cNvCxnSpPr>
              <a:cxnSpLocks/>
            </p:cNvCxnSpPr>
            <p:nvPr/>
          </p:nvCxnSpPr>
          <p:spPr>
            <a:xfrm>
              <a:off x="3482271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359A88E2-BB90-10A4-CA4D-D9043C34F5C0}"/>
                </a:ext>
              </a:extLst>
            </p:cNvPr>
            <p:cNvCxnSpPr>
              <a:cxnSpLocks/>
            </p:cNvCxnSpPr>
            <p:nvPr/>
          </p:nvCxnSpPr>
          <p:spPr>
            <a:xfrm>
              <a:off x="8731979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629838CB-3D50-6D26-AD2E-09FF270CAB03}"/>
                </a:ext>
              </a:extLst>
            </p:cNvPr>
            <p:cNvCxnSpPr>
              <a:cxnSpLocks/>
            </p:cNvCxnSpPr>
            <p:nvPr/>
          </p:nvCxnSpPr>
          <p:spPr>
            <a:xfrm>
              <a:off x="3791077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C00398F-0126-693D-9487-B3B62D677607}"/>
                </a:ext>
              </a:extLst>
            </p:cNvPr>
            <p:cNvCxnSpPr>
              <a:cxnSpLocks/>
            </p:cNvCxnSpPr>
            <p:nvPr/>
          </p:nvCxnSpPr>
          <p:spPr>
            <a:xfrm>
              <a:off x="4099883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5D5E0D6-F241-2CCF-8627-C37FD1AE30BA}"/>
                </a:ext>
              </a:extLst>
            </p:cNvPr>
            <p:cNvCxnSpPr>
              <a:cxnSpLocks/>
            </p:cNvCxnSpPr>
            <p:nvPr/>
          </p:nvCxnSpPr>
          <p:spPr>
            <a:xfrm>
              <a:off x="4408689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1F520BC6-D5D4-809C-F022-EAA331091A55}"/>
                </a:ext>
              </a:extLst>
            </p:cNvPr>
            <p:cNvCxnSpPr>
              <a:cxnSpLocks/>
            </p:cNvCxnSpPr>
            <p:nvPr/>
          </p:nvCxnSpPr>
          <p:spPr>
            <a:xfrm>
              <a:off x="4717495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76378C9-457E-188A-760A-BE70DF988B13}"/>
                </a:ext>
              </a:extLst>
            </p:cNvPr>
            <p:cNvCxnSpPr>
              <a:cxnSpLocks/>
            </p:cNvCxnSpPr>
            <p:nvPr/>
          </p:nvCxnSpPr>
          <p:spPr>
            <a:xfrm>
              <a:off x="5026301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3FE35F9D-D963-EF4D-AF57-07483C857DF3}"/>
                </a:ext>
              </a:extLst>
            </p:cNvPr>
            <p:cNvCxnSpPr>
              <a:cxnSpLocks/>
            </p:cNvCxnSpPr>
            <p:nvPr/>
          </p:nvCxnSpPr>
          <p:spPr>
            <a:xfrm>
              <a:off x="5335107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4EE2274-F4E7-9F3B-F5AC-8FD611DEBF8D}"/>
                </a:ext>
              </a:extLst>
            </p:cNvPr>
            <p:cNvCxnSpPr>
              <a:cxnSpLocks/>
            </p:cNvCxnSpPr>
            <p:nvPr/>
          </p:nvCxnSpPr>
          <p:spPr>
            <a:xfrm>
              <a:off x="5643913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22913331-6D98-C022-29AF-9B4EDD68D66A}"/>
                </a:ext>
              </a:extLst>
            </p:cNvPr>
            <p:cNvCxnSpPr>
              <a:cxnSpLocks/>
            </p:cNvCxnSpPr>
            <p:nvPr/>
          </p:nvCxnSpPr>
          <p:spPr>
            <a:xfrm>
              <a:off x="5952719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9B0B872-F012-BF85-820A-DAFFA4AAB5C7}"/>
                </a:ext>
              </a:extLst>
            </p:cNvPr>
            <p:cNvCxnSpPr>
              <a:cxnSpLocks/>
            </p:cNvCxnSpPr>
            <p:nvPr/>
          </p:nvCxnSpPr>
          <p:spPr>
            <a:xfrm>
              <a:off x="6261525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F6745AB5-BB6B-AF35-AFD4-7F7AE2433754}"/>
                </a:ext>
              </a:extLst>
            </p:cNvPr>
            <p:cNvCxnSpPr>
              <a:cxnSpLocks/>
            </p:cNvCxnSpPr>
            <p:nvPr/>
          </p:nvCxnSpPr>
          <p:spPr>
            <a:xfrm>
              <a:off x="6570331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C242A3B-BC10-273C-8955-AAC81C3B97F2}"/>
                </a:ext>
              </a:extLst>
            </p:cNvPr>
            <p:cNvCxnSpPr>
              <a:cxnSpLocks/>
            </p:cNvCxnSpPr>
            <p:nvPr/>
          </p:nvCxnSpPr>
          <p:spPr>
            <a:xfrm>
              <a:off x="6879137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C57F65C5-336A-9B60-DA4C-B08040E1E493}"/>
                </a:ext>
              </a:extLst>
            </p:cNvPr>
            <p:cNvCxnSpPr>
              <a:cxnSpLocks/>
            </p:cNvCxnSpPr>
            <p:nvPr/>
          </p:nvCxnSpPr>
          <p:spPr>
            <a:xfrm>
              <a:off x="7187943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5CA299FE-8D78-CA0F-A128-C791E235E249}"/>
                </a:ext>
              </a:extLst>
            </p:cNvPr>
            <p:cNvCxnSpPr>
              <a:cxnSpLocks/>
            </p:cNvCxnSpPr>
            <p:nvPr/>
          </p:nvCxnSpPr>
          <p:spPr>
            <a:xfrm>
              <a:off x="7496749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D742C4B-DE17-F06D-9A9C-325609B29094}"/>
                </a:ext>
              </a:extLst>
            </p:cNvPr>
            <p:cNvCxnSpPr>
              <a:cxnSpLocks/>
            </p:cNvCxnSpPr>
            <p:nvPr/>
          </p:nvCxnSpPr>
          <p:spPr>
            <a:xfrm>
              <a:off x="7805555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457FACC-6784-E3C9-B962-41BD8FD04531}"/>
                </a:ext>
              </a:extLst>
            </p:cNvPr>
            <p:cNvCxnSpPr>
              <a:cxnSpLocks/>
            </p:cNvCxnSpPr>
            <p:nvPr/>
          </p:nvCxnSpPr>
          <p:spPr>
            <a:xfrm>
              <a:off x="8114361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D75BF9D1-8D40-2A0A-2499-6E9F53DEF6D8}"/>
                </a:ext>
              </a:extLst>
            </p:cNvPr>
            <p:cNvCxnSpPr>
              <a:cxnSpLocks/>
            </p:cNvCxnSpPr>
            <p:nvPr/>
          </p:nvCxnSpPr>
          <p:spPr>
            <a:xfrm>
              <a:off x="8423167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DC1D42C-EAE2-4320-D297-8F371070F896}"/>
              </a:ext>
            </a:extLst>
          </p:cNvPr>
          <p:cNvGrpSpPr/>
          <p:nvPr/>
        </p:nvGrpSpPr>
        <p:grpSpPr>
          <a:xfrm>
            <a:off x="3601233" y="2164276"/>
            <a:ext cx="5017439" cy="2495246"/>
            <a:chOff x="3601233" y="2164276"/>
            <a:chExt cx="5017439" cy="2495246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AA821B3D-AE6A-605C-7433-BAB9AA510687}"/>
                </a:ext>
              </a:extLst>
            </p:cNvPr>
            <p:cNvGrpSpPr/>
            <p:nvPr/>
          </p:nvGrpSpPr>
          <p:grpSpPr>
            <a:xfrm>
              <a:off x="3601233" y="2164276"/>
              <a:ext cx="73152" cy="2495246"/>
              <a:chOff x="3489553" y="2164276"/>
              <a:chExt cx="73152" cy="2495246"/>
            </a:xfrm>
          </p:grpSpPr>
          <p:sp>
            <p:nvSpPr>
              <p:cNvPr id="305" name="Oval 304">
                <a:extLst>
                  <a:ext uri="{FF2B5EF4-FFF2-40B4-BE49-F238E27FC236}">
                    <a16:creationId xmlns:a16="http://schemas.microsoft.com/office/drawing/2014/main" id="{5D3E5876-CC90-97DA-F5EC-30835F06E532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6" name="Oval 305">
                <a:extLst>
                  <a:ext uri="{FF2B5EF4-FFF2-40B4-BE49-F238E27FC236}">
                    <a16:creationId xmlns:a16="http://schemas.microsoft.com/office/drawing/2014/main" id="{EF84CBA4-0763-3977-FBE6-29FC119B47D1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" name="Oval 306">
                <a:extLst>
                  <a:ext uri="{FF2B5EF4-FFF2-40B4-BE49-F238E27FC236}">
                    <a16:creationId xmlns:a16="http://schemas.microsoft.com/office/drawing/2014/main" id="{F66D1EDE-87F7-9991-3170-44904F42C5EE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" name="Oval 307">
                <a:extLst>
                  <a:ext uri="{FF2B5EF4-FFF2-40B4-BE49-F238E27FC236}">
                    <a16:creationId xmlns:a16="http://schemas.microsoft.com/office/drawing/2014/main" id="{DF70824E-18A9-3BC3-49BA-D4A89D80A906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Oval 308">
                <a:extLst>
                  <a:ext uri="{FF2B5EF4-FFF2-40B4-BE49-F238E27FC236}">
                    <a16:creationId xmlns:a16="http://schemas.microsoft.com/office/drawing/2014/main" id="{A7BD82CC-3841-D84E-FE98-10C9C9067E78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0" name="Oval 309">
                <a:extLst>
                  <a:ext uri="{FF2B5EF4-FFF2-40B4-BE49-F238E27FC236}">
                    <a16:creationId xmlns:a16="http://schemas.microsoft.com/office/drawing/2014/main" id="{276EE966-224B-0776-4EF9-B1072F44F372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" name="Oval 310">
                <a:extLst>
                  <a:ext uri="{FF2B5EF4-FFF2-40B4-BE49-F238E27FC236}">
                    <a16:creationId xmlns:a16="http://schemas.microsoft.com/office/drawing/2014/main" id="{31E981FB-95B1-8B3D-D72E-C3DE97545810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" name="Oval 311">
                <a:extLst>
                  <a:ext uri="{FF2B5EF4-FFF2-40B4-BE49-F238E27FC236}">
                    <a16:creationId xmlns:a16="http://schemas.microsoft.com/office/drawing/2014/main" id="{E06A429F-8FBE-9BAD-66B0-2EFB8FCC760E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" name="Oval 312">
                <a:extLst>
                  <a:ext uri="{FF2B5EF4-FFF2-40B4-BE49-F238E27FC236}">
                    <a16:creationId xmlns:a16="http://schemas.microsoft.com/office/drawing/2014/main" id="{C7FB7485-756A-6098-D077-09CC67B715E7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" name="Oval 313">
                <a:extLst>
                  <a:ext uri="{FF2B5EF4-FFF2-40B4-BE49-F238E27FC236}">
                    <a16:creationId xmlns:a16="http://schemas.microsoft.com/office/drawing/2014/main" id="{D5455A06-9FF1-AA7C-FF3C-77AAA7A61E20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" name="Oval 314">
                <a:extLst>
                  <a:ext uri="{FF2B5EF4-FFF2-40B4-BE49-F238E27FC236}">
                    <a16:creationId xmlns:a16="http://schemas.microsoft.com/office/drawing/2014/main" id="{917B3CED-160C-12E5-36F8-43D5353EDCF6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" name="Oval 315">
                <a:extLst>
                  <a:ext uri="{FF2B5EF4-FFF2-40B4-BE49-F238E27FC236}">
                    <a16:creationId xmlns:a16="http://schemas.microsoft.com/office/drawing/2014/main" id="{923A0BD1-2862-493F-6C36-8FFC438B86A0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E7461E1A-5CB5-E888-B3BF-B94A25F3002D}"/>
                </a:ext>
              </a:extLst>
            </p:cNvPr>
            <p:cNvGrpSpPr/>
            <p:nvPr/>
          </p:nvGrpSpPr>
          <p:grpSpPr>
            <a:xfrm>
              <a:off x="3910251" y="2164276"/>
              <a:ext cx="73152" cy="2495246"/>
              <a:chOff x="3489553" y="2164276"/>
              <a:chExt cx="73152" cy="2495246"/>
            </a:xfrm>
          </p:grpSpPr>
          <p:sp>
            <p:nvSpPr>
              <p:cNvPr id="293" name="Oval 292">
                <a:extLst>
                  <a:ext uri="{FF2B5EF4-FFF2-40B4-BE49-F238E27FC236}">
                    <a16:creationId xmlns:a16="http://schemas.microsoft.com/office/drawing/2014/main" id="{DADC4EEF-B496-5765-C2A3-A5DE4909192B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8430889A-D8CF-4D38-2167-EA851A81581D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" name="Oval 294">
                <a:extLst>
                  <a:ext uri="{FF2B5EF4-FFF2-40B4-BE49-F238E27FC236}">
                    <a16:creationId xmlns:a16="http://schemas.microsoft.com/office/drawing/2014/main" id="{B3645D60-7F1A-AE93-AD5B-C402C587CE9B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152B5729-D1D7-66B2-7568-399254B840C6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" name="Oval 296">
                <a:extLst>
                  <a:ext uri="{FF2B5EF4-FFF2-40B4-BE49-F238E27FC236}">
                    <a16:creationId xmlns:a16="http://schemas.microsoft.com/office/drawing/2014/main" id="{876853DC-47F3-DA32-56B1-9645C8A937BC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" name="Oval 297">
                <a:extLst>
                  <a:ext uri="{FF2B5EF4-FFF2-40B4-BE49-F238E27FC236}">
                    <a16:creationId xmlns:a16="http://schemas.microsoft.com/office/drawing/2014/main" id="{4241F9A7-B84B-0073-45E0-C9A7703BC0FF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" name="Oval 298">
                <a:extLst>
                  <a:ext uri="{FF2B5EF4-FFF2-40B4-BE49-F238E27FC236}">
                    <a16:creationId xmlns:a16="http://schemas.microsoft.com/office/drawing/2014/main" id="{BF611D6E-65F3-C516-201F-DDFB3090F3DD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" name="Oval 299">
                <a:extLst>
                  <a:ext uri="{FF2B5EF4-FFF2-40B4-BE49-F238E27FC236}">
                    <a16:creationId xmlns:a16="http://schemas.microsoft.com/office/drawing/2014/main" id="{DB8C8576-13ED-4834-46CB-16C91C336D8A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" name="Oval 300">
                <a:extLst>
                  <a:ext uri="{FF2B5EF4-FFF2-40B4-BE49-F238E27FC236}">
                    <a16:creationId xmlns:a16="http://schemas.microsoft.com/office/drawing/2014/main" id="{41518D41-9D18-20CE-E1B0-05482C56D4EE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" name="Oval 301">
                <a:extLst>
                  <a:ext uri="{FF2B5EF4-FFF2-40B4-BE49-F238E27FC236}">
                    <a16:creationId xmlns:a16="http://schemas.microsoft.com/office/drawing/2014/main" id="{B539294C-C988-3570-FBC2-4313D228EF76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" name="Oval 302">
                <a:extLst>
                  <a:ext uri="{FF2B5EF4-FFF2-40B4-BE49-F238E27FC236}">
                    <a16:creationId xmlns:a16="http://schemas.microsoft.com/office/drawing/2014/main" id="{93ED39AF-3157-3926-8D97-80ABC24A23B0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" name="Oval 303">
                <a:extLst>
                  <a:ext uri="{FF2B5EF4-FFF2-40B4-BE49-F238E27FC236}">
                    <a16:creationId xmlns:a16="http://schemas.microsoft.com/office/drawing/2014/main" id="{8BAE959A-90CC-CACE-CB16-9E8FC047BC1A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B9478B95-6F9C-464F-4BFC-C530C5413EF1}"/>
                </a:ext>
              </a:extLst>
            </p:cNvPr>
            <p:cNvGrpSpPr/>
            <p:nvPr/>
          </p:nvGrpSpPr>
          <p:grpSpPr>
            <a:xfrm>
              <a:off x="4219269" y="2164276"/>
              <a:ext cx="73152" cy="2495246"/>
              <a:chOff x="3489553" y="2164276"/>
              <a:chExt cx="73152" cy="2495246"/>
            </a:xfrm>
          </p:grpSpPr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7AA73A14-81CC-0938-6316-F49C830E4EC2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E54EDBE6-B089-F369-B253-A580D4A2DC20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8E21BB7F-55EE-B773-5C95-098502254615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3B109922-A92B-4CE5-7C09-9A859EFEB7D6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02BBFBF5-A907-176F-25C3-0FBD31FF3152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D27B95C9-34F0-AAF6-ADDE-2E1A00A70F61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0C7072C1-9EB1-0B9D-2DDC-F6CBCE8C0491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32AC8815-5736-C57A-F331-C61BD7BF66C1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44A46189-CE1C-4BB7-B08D-0CFF2099BD1C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781AFED1-A09A-8FD3-5965-9E988BA4E458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5A17CA8B-140A-818C-8B0D-DBC131DC7CE0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75A30F27-8E32-8346-4F03-060757B9D9D4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80240009-E61A-2B6F-B201-980FA5A56017}"/>
                </a:ext>
              </a:extLst>
            </p:cNvPr>
            <p:cNvGrpSpPr/>
            <p:nvPr/>
          </p:nvGrpSpPr>
          <p:grpSpPr>
            <a:xfrm>
              <a:off x="4528287" y="2164276"/>
              <a:ext cx="73152" cy="2495246"/>
              <a:chOff x="3489553" y="2164276"/>
              <a:chExt cx="73152" cy="2495246"/>
            </a:xfrm>
          </p:grpSpPr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23E769F4-5F93-D500-C938-62902D028D7F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0D3780DC-11C6-9E91-8B2B-AD85B86A19AF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8C12E063-7EFD-2083-EEAC-D829B6980E1C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" name="Oval 271">
                <a:extLst>
                  <a:ext uri="{FF2B5EF4-FFF2-40B4-BE49-F238E27FC236}">
                    <a16:creationId xmlns:a16="http://schemas.microsoft.com/office/drawing/2014/main" id="{EF3788EE-F4A5-8E97-DDA3-A3148A064FFD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B05B3D70-6688-0E29-49BD-DC5065AEE448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id="{F01F1EE4-2F71-E8C7-C25F-D672D9F74226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" name="Oval 274">
                <a:extLst>
                  <a:ext uri="{FF2B5EF4-FFF2-40B4-BE49-F238E27FC236}">
                    <a16:creationId xmlns:a16="http://schemas.microsoft.com/office/drawing/2014/main" id="{29DF10A6-A986-D5C5-1273-D02734F783AA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2057D971-51F8-1394-5674-5A0B4F55EDE7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B4A505B0-7AC3-BE4C-1D19-C0FAF5456C10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78C6D071-8A09-925C-08FE-F67E81465184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79321689-E4DF-EB0E-B1EE-AB125702586A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324D77F9-EDA4-C980-228C-93C8FA7FB2F6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25CA0CCA-5A7A-7115-D5B0-B39CCD14C69C}"/>
                </a:ext>
              </a:extLst>
            </p:cNvPr>
            <p:cNvGrpSpPr/>
            <p:nvPr/>
          </p:nvGrpSpPr>
          <p:grpSpPr>
            <a:xfrm>
              <a:off x="4837305" y="2164276"/>
              <a:ext cx="73152" cy="2495246"/>
              <a:chOff x="3489553" y="2164276"/>
              <a:chExt cx="73152" cy="2495246"/>
            </a:xfrm>
          </p:grpSpPr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8383FB4B-1176-04AF-B81E-2EF76D0ED625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DBDB8458-3D01-A48E-0FAE-49D63BDA688B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847F7B75-8422-45CD-8F08-6AA4637A6F1F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1090DAEE-CC50-177B-08C5-AC3D1A29F92A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EE2C68B2-7C17-F24E-0CB3-27EBCCCA6C81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43DA750B-DA82-60C2-C8F5-F772B9B27821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" name="Oval 262">
                <a:extLst>
                  <a:ext uri="{FF2B5EF4-FFF2-40B4-BE49-F238E27FC236}">
                    <a16:creationId xmlns:a16="http://schemas.microsoft.com/office/drawing/2014/main" id="{77DD17F5-94D5-DF28-1177-9F8705D28CDF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E666F3A9-C316-6BA9-E2A0-F4F733F51B9F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70BAE88F-636F-25C0-5DE4-8D3A1A125946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E28D1775-8A17-16D2-E771-53E90434BAD7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C114AE10-1298-F52A-FE56-05211E2472FF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386BB35B-EAAE-6E89-1B3C-00AC633CDFA7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5AA5BD73-47E5-FE0E-5E85-9329B3E664D3}"/>
                </a:ext>
              </a:extLst>
            </p:cNvPr>
            <p:cNvGrpSpPr/>
            <p:nvPr/>
          </p:nvGrpSpPr>
          <p:grpSpPr>
            <a:xfrm>
              <a:off x="5146323" y="2164276"/>
              <a:ext cx="73152" cy="2495246"/>
              <a:chOff x="3489553" y="2164276"/>
              <a:chExt cx="73152" cy="2495246"/>
            </a:xfrm>
          </p:grpSpPr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C0C1231C-986C-716E-2348-7F8BB77B7A10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" name="Oval 245">
                <a:extLst>
                  <a:ext uri="{FF2B5EF4-FFF2-40B4-BE49-F238E27FC236}">
                    <a16:creationId xmlns:a16="http://schemas.microsoft.com/office/drawing/2014/main" id="{078E95F3-5373-4294-1E66-D266C9DA9804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" name="Oval 246">
                <a:extLst>
                  <a:ext uri="{FF2B5EF4-FFF2-40B4-BE49-F238E27FC236}">
                    <a16:creationId xmlns:a16="http://schemas.microsoft.com/office/drawing/2014/main" id="{B454A62F-B64C-330B-3081-0C1985943762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" name="Oval 247">
                <a:extLst>
                  <a:ext uri="{FF2B5EF4-FFF2-40B4-BE49-F238E27FC236}">
                    <a16:creationId xmlns:a16="http://schemas.microsoft.com/office/drawing/2014/main" id="{4130B91F-4380-6C11-9A26-CF02E7178D73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4A8BDD99-B09A-22B8-DC31-D55557254481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04FB586A-8279-360F-CCC8-561947453AF3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" name="Oval 250">
                <a:extLst>
                  <a:ext uri="{FF2B5EF4-FFF2-40B4-BE49-F238E27FC236}">
                    <a16:creationId xmlns:a16="http://schemas.microsoft.com/office/drawing/2014/main" id="{0CFA6ED7-38E5-702A-5F00-AD03380155A8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19C3C0EE-4453-231A-7F96-75E60EF27163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8E6889A4-760E-A2E1-F9B3-90B97EB8059A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F6CD6500-960D-4C25-B1DA-1FEC703070ED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Oval 254">
                <a:extLst>
                  <a:ext uri="{FF2B5EF4-FFF2-40B4-BE49-F238E27FC236}">
                    <a16:creationId xmlns:a16="http://schemas.microsoft.com/office/drawing/2014/main" id="{96CC4528-D9E5-216D-89D1-A5CBC28B46E8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93DB52CF-4C02-C538-360A-7D592550541D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D3B85CB9-D1D7-3114-9323-9E3760012A41}"/>
                </a:ext>
              </a:extLst>
            </p:cNvPr>
            <p:cNvGrpSpPr/>
            <p:nvPr/>
          </p:nvGrpSpPr>
          <p:grpSpPr>
            <a:xfrm>
              <a:off x="5455341" y="2164276"/>
              <a:ext cx="73152" cy="2495246"/>
              <a:chOff x="3489553" y="2164276"/>
              <a:chExt cx="73152" cy="2495246"/>
            </a:xfrm>
          </p:grpSpPr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36B2CE82-6055-32F4-14C5-05B44E6611F2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B716CAED-A264-92F0-734E-D96AE54FA916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2F2134CE-3D8A-D4C3-BD0C-73AE20FAEFA5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54406ED8-FCAB-48B4-D997-FF2F6DE65246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B41E4FA6-157B-3899-0792-A43D4A871A09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8E85C102-AD98-30FD-1EFF-3B9703E63CA1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59894E90-201B-E264-D05F-05383DD55AB0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EBFBC38B-40C9-FA49-C575-9558F25C3FF2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5E742A4F-14A8-517D-F2ED-A60831AFBE4E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" name="Oval 241">
                <a:extLst>
                  <a:ext uri="{FF2B5EF4-FFF2-40B4-BE49-F238E27FC236}">
                    <a16:creationId xmlns:a16="http://schemas.microsoft.com/office/drawing/2014/main" id="{6EB863C4-B9A9-AC7E-6142-84EF17811765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96A5EC49-B06B-D89E-4F04-08BB349FE807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5C04EEC6-C772-DC2C-C78C-300A6D457C48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1D086929-C957-B488-F3B1-E0835EBAC666}"/>
                </a:ext>
              </a:extLst>
            </p:cNvPr>
            <p:cNvGrpSpPr/>
            <p:nvPr/>
          </p:nvGrpSpPr>
          <p:grpSpPr>
            <a:xfrm>
              <a:off x="5764359" y="2164276"/>
              <a:ext cx="73152" cy="2495246"/>
              <a:chOff x="3489553" y="2164276"/>
              <a:chExt cx="73152" cy="2495246"/>
            </a:xfrm>
          </p:grpSpPr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551EFA6E-17B0-68BA-D7ED-F88BFD8B0DD5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46BBB9B0-9E86-5B81-AB5F-93784B640EC9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30430FF8-E471-F588-D641-BE3041BF1524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7746995A-93E7-518D-6E00-D5E66DA39139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AD9AFED5-7CB1-EB96-D405-835614467D74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C5A2EC93-D739-54B8-CD24-D9E6B767470B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1B384DDD-2500-B65E-20FD-5977A65B3092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B9BA9093-7269-B366-8A14-988CDC2ECFB2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D58D86FA-E687-E221-9D8F-C94107C42619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Oval 229">
                <a:extLst>
                  <a:ext uri="{FF2B5EF4-FFF2-40B4-BE49-F238E27FC236}">
                    <a16:creationId xmlns:a16="http://schemas.microsoft.com/office/drawing/2014/main" id="{B8B1C7E9-F3C7-8649-8687-DACCC687EA81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" name="Oval 230">
                <a:extLst>
                  <a:ext uri="{FF2B5EF4-FFF2-40B4-BE49-F238E27FC236}">
                    <a16:creationId xmlns:a16="http://schemas.microsoft.com/office/drawing/2014/main" id="{4A9B1652-092C-C882-622F-28931B75EE76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6F492F65-62A8-A86E-5BFE-8BA49250B2FD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187A5477-011F-728C-832D-D4ADED415D5A}"/>
                </a:ext>
              </a:extLst>
            </p:cNvPr>
            <p:cNvGrpSpPr/>
            <p:nvPr/>
          </p:nvGrpSpPr>
          <p:grpSpPr>
            <a:xfrm>
              <a:off x="6073377" y="2164276"/>
              <a:ext cx="73152" cy="2495246"/>
              <a:chOff x="3489553" y="2164276"/>
              <a:chExt cx="73152" cy="2495246"/>
            </a:xfrm>
          </p:grpSpPr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FB0A501C-4951-C107-9642-154E420EB23B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5C5C6E8C-9F14-5FF4-4697-54D95533E637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040B9E54-2218-8393-906D-D7C6EBCE7E4D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4A4DDF92-FB33-0068-DC71-12BD1EB2B702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95C35F98-D9DF-F60A-51D1-1D51C5864BFE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5697C2B2-44A4-D3A7-C2FD-D36337ACE454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F73AFC04-9D57-2A44-2E90-2584BFF8277B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AFA48C34-BD59-F3F4-A3FF-4F74C779940F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12441B54-2F27-D44B-F9EB-64C3E96013BB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B741A34C-C2E8-0585-5344-F2D44BA4F9AD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6DFD329F-31D9-73F5-37E0-0BAFD4306256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262A9A4C-70B3-2B3D-87A1-BD26C3A6A10A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8ECFFB9-EAAF-34AF-ECB5-2ED3F9460DCA}"/>
                </a:ext>
              </a:extLst>
            </p:cNvPr>
            <p:cNvGrpSpPr/>
            <p:nvPr/>
          </p:nvGrpSpPr>
          <p:grpSpPr>
            <a:xfrm>
              <a:off x="6382395" y="2164276"/>
              <a:ext cx="73152" cy="2495246"/>
              <a:chOff x="3489553" y="2164276"/>
              <a:chExt cx="73152" cy="2495246"/>
            </a:xfrm>
          </p:grpSpPr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7A7F57DF-4894-5DB8-6717-E77EC0D6018E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A281DFB4-2252-08B0-AE39-755AA37F2F53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0D0934A6-9EEE-BFF2-5E6C-0E3929699D96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46FE6C38-982F-96BC-E1ED-E417B3912CB7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C8847612-F59B-4789-9E6F-0AC3CEC127D3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C5F24468-FDD8-67A3-2F69-3E0CCE669C11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4376363B-BD4B-782B-2668-1F74BDC6CF72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5A28E98F-89E2-3FAC-D91E-B107C1861FFA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18423C46-8E2C-AF8F-2228-BECA9DD93EDD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61A3A45D-4263-7243-156B-DB99976483F8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86E39A07-35D9-30AC-872F-A67E42E98ED3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A2189584-6638-3175-FCE1-3FD9ADD0B27A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8F7DED56-B9E5-3FF1-BBEE-A092B78A56AF}"/>
                </a:ext>
              </a:extLst>
            </p:cNvPr>
            <p:cNvGrpSpPr/>
            <p:nvPr/>
          </p:nvGrpSpPr>
          <p:grpSpPr>
            <a:xfrm>
              <a:off x="6691413" y="2164276"/>
              <a:ext cx="73152" cy="2495246"/>
              <a:chOff x="3489553" y="2164276"/>
              <a:chExt cx="73152" cy="2495246"/>
            </a:xfrm>
          </p:grpSpPr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0A0C4037-5B5C-42EF-A642-B0DC0076D3D6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3520BF04-8257-13F5-7114-215DF334627D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C8D35A5B-7A5C-D0D6-2ADC-1D829E868585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7B3FDD48-C9E5-06EF-7AE1-F83E4AE3BBDD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80D39849-164D-A69C-F809-56556AB9AF21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FEDC3D17-076F-9CE5-22BE-83210C4377D3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5FB1D576-DF58-85D0-5B0E-8DB2F4554127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BA063C64-FE73-8D07-19AE-FAE427179533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BCED695C-3599-FCBF-5CA0-1C6C5838F8D4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85DEA562-C313-F3F9-EAF2-AC169425183D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70C241C1-3687-72C1-1ECE-6CD74A6BE7C4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7FDCA940-DF77-8F56-7C61-90629A16DF79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4F224118-A59D-8D73-FA02-BCE76D474CDA}"/>
                </a:ext>
              </a:extLst>
            </p:cNvPr>
            <p:cNvGrpSpPr/>
            <p:nvPr/>
          </p:nvGrpSpPr>
          <p:grpSpPr>
            <a:xfrm>
              <a:off x="7000431" y="2164276"/>
              <a:ext cx="73152" cy="2495246"/>
              <a:chOff x="3489553" y="2164276"/>
              <a:chExt cx="73152" cy="2495246"/>
            </a:xfrm>
          </p:grpSpPr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9021A91A-6881-1F7B-6A2C-84EE6942CF76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30ECC70D-AE90-C6CF-1FE6-B71F014D8824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3C02DE2C-8E1E-0EEA-836C-CB39DE6B645C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4BE3EC6A-DBB5-F8EA-1EBF-F17905EFB982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B3C38256-965B-A2C1-6131-5A65BC76B635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A8988699-97F9-CFC5-5311-4E0CB31EEDDB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979E4CE0-5AFA-F917-F45C-5B2365042824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CF2286AC-D0D3-8605-FD3D-2D2FED461E63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97F86BBA-3A0C-61BE-A3A2-E9D1CFF26B0A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2C587C57-00F0-5EC5-7EF8-C1A28B927D78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C5A7505F-278A-E311-1D6E-63A8C0E4FD26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8ED12124-A067-8900-547E-C7663B17EECA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53A99719-0B84-EE01-230F-41F496847C0C}"/>
                </a:ext>
              </a:extLst>
            </p:cNvPr>
            <p:cNvGrpSpPr/>
            <p:nvPr/>
          </p:nvGrpSpPr>
          <p:grpSpPr>
            <a:xfrm>
              <a:off x="7309449" y="2164276"/>
              <a:ext cx="73152" cy="2495246"/>
              <a:chOff x="3489553" y="2164276"/>
              <a:chExt cx="73152" cy="2495246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2AAB4C4E-F7A3-74F3-D5E3-9B1DD92538CD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8862F117-BADA-B72E-664A-B97664BB3B6F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AA6DBEE-CA7C-3EDF-4D50-706E670A16F3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8468B09E-A23D-5BC3-10D1-EFD67DE6EE91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77660B19-A853-B66F-EFE7-B3375104A295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F83EDD26-86F0-9051-46CB-2BF1188D18A3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987E64E5-1FEB-681B-69D2-864801175E1B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773F5EBD-21D1-400A-3EDF-4E317147BE2A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3A540B1C-D7EE-4457-2288-2234B41EDFFF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D0655443-C75E-1A7A-C38E-F716456FB14F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C8121CF3-82F3-48BB-DA8E-3E19B4313B4A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D1E88D74-2E56-6E01-BB9C-641695F90284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03E9ABA7-29DC-61BA-06E5-473AC3F762D8}"/>
                </a:ext>
              </a:extLst>
            </p:cNvPr>
            <p:cNvGrpSpPr/>
            <p:nvPr/>
          </p:nvGrpSpPr>
          <p:grpSpPr>
            <a:xfrm>
              <a:off x="7618467" y="2164276"/>
              <a:ext cx="73152" cy="2495246"/>
              <a:chOff x="3489553" y="2164276"/>
              <a:chExt cx="73152" cy="2495246"/>
            </a:xfrm>
          </p:grpSpPr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512E862A-2CB0-CAC2-7717-B7B46B4A1B05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1D6326C1-4F51-CC05-11A1-04797A038462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7EAB8B2B-AA00-57D3-6912-165861A9A60B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B10984F2-A019-A53C-AA5C-D18700A79E31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569E5FE9-8A2E-0E0D-9F76-961D75913FDF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D87836D4-DF59-C6C5-499A-950BE2CD8BC3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9F81B244-1CFE-F3B7-52C0-337E759B6DBC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12640B91-7AFB-CA37-B9AC-FC6748F11E15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321A4BE6-8A2A-4B6C-F144-6E43EC8AB466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43D682CE-F4E3-0A2B-1A63-BD6B4BDD0004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F427F05F-3D98-E255-2CEF-581E5CA2FC82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48FECEF8-B43E-27CF-2F80-2C3A7232876E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0652FE0-609C-2E09-AE89-313208C3925B}"/>
                </a:ext>
              </a:extLst>
            </p:cNvPr>
            <p:cNvGrpSpPr/>
            <p:nvPr/>
          </p:nvGrpSpPr>
          <p:grpSpPr>
            <a:xfrm>
              <a:off x="7927485" y="2164276"/>
              <a:ext cx="73152" cy="2495246"/>
              <a:chOff x="3489553" y="2164276"/>
              <a:chExt cx="73152" cy="2495246"/>
            </a:xfrm>
          </p:grpSpPr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7C61D155-CC97-85D3-E89B-D9F60FDF521D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50A2525-85B2-21C0-53F8-E3975D562E4E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7A96237C-A9C5-BE87-F222-3067DEA35ED5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B21E4F1A-049D-2B97-1F39-55F22F582EBD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0094CF44-FDD1-51C6-5BFB-0C6FBE0FD02A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C04C1E09-4F37-584C-9E66-FE6F079B503C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C3650E54-D98E-FFB4-FEC4-7B6FF0A1E89F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43319176-03E3-0F0E-D067-DC713EEB6721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9E53CA9D-1342-2F45-226F-560F02D32D5D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62F3D3E6-57C6-B8B9-C3A2-120DDB915077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D7EC1502-6FD3-DE86-6C82-F819AC4D3C4F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5E506B4A-DFA6-C7EB-5A28-FFA7A7DC5E49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5436C290-7BE5-157C-635C-74CDA9F49A7F}"/>
                </a:ext>
              </a:extLst>
            </p:cNvPr>
            <p:cNvGrpSpPr/>
            <p:nvPr/>
          </p:nvGrpSpPr>
          <p:grpSpPr>
            <a:xfrm>
              <a:off x="8236503" y="2164276"/>
              <a:ext cx="73152" cy="2495246"/>
              <a:chOff x="3489553" y="2164276"/>
              <a:chExt cx="73152" cy="2495246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C39D60BB-361F-8649-6747-AEF5E67FD12E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B49724B1-FFF7-FBA3-CCC1-8EF6A1FE4ABD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E7504C82-D8F0-6494-03FB-D3F437ED21C7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14640E41-A237-ADBF-C6AC-0C14F1E58873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60AB60C9-CAA3-1E32-9975-873DEF3A678E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574228D3-910C-B5A0-F7B6-6AE4A508C918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A1279D91-9F8E-7FD9-8046-0785E4E492F4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2580221D-3EEA-2E37-C5DA-F60A8971F1DC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9FF91D37-D037-5248-EAE6-20E37611CC6A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0CC5F2E9-033F-8A7F-C1FD-41C14DE2B37A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6852C93C-AC35-8E6D-58AA-595124010214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5BE1A393-9274-0E96-D860-8BC35D9BAD10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94319A8D-5617-3490-E7E9-7054932B487B}"/>
                </a:ext>
              </a:extLst>
            </p:cNvPr>
            <p:cNvGrpSpPr/>
            <p:nvPr/>
          </p:nvGrpSpPr>
          <p:grpSpPr>
            <a:xfrm>
              <a:off x="8545520" y="2164276"/>
              <a:ext cx="73152" cy="2495246"/>
              <a:chOff x="3489553" y="2164276"/>
              <a:chExt cx="73152" cy="2495246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F776C5B0-B0B5-BA30-135A-5D7C1AC2A028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1F0C3756-74DE-F92D-266D-F7CDFA7BB0E2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0FFEF3BB-D738-4B65-8D11-0B7E102CCFEA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4E03692D-9060-8349-2735-47E63DFB9E7E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7409F621-8166-48D8-D963-EB5E954038D9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8EB43A4E-5B3B-B1A9-BEB9-687B510A5E24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FE265B7E-4A13-A48E-C77F-92457BD1645B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469D7815-2073-C829-23B4-0828413B88F5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5EF9359F-D61A-D298-DF3C-E0A2B625C483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28211589-B766-C8DE-5DD4-73E9ECFC11CE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D756F21F-9CF6-4A7E-1803-890958B02870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0663E775-315B-9DDF-7BF3-E453FB4BDB14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17" name="Rectangle 316">
            <a:extLst>
              <a:ext uri="{FF2B5EF4-FFF2-40B4-BE49-F238E27FC236}">
                <a16:creationId xmlns:a16="http://schemas.microsoft.com/office/drawing/2014/main" id="{AADAB778-EE5F-1F94-E327-EC86BEB3F82E}"/>
              </a:ext>
            </a:extLst>
          </p:cNvPr>
          <p:cNvSpPr/>
          <p:nvPr/>
        </p:nvSpPr>
        <p:spPr>
          <a:xfrm>
            <a:off x="3474179" y="2081676"/>
            <a:ext cx="5257800" cy="2651760"/>
          </a:xfrm>
          <a:prstGeom prst="rect">
            <a:avLst/>
          </a:prstGeom>
          <a:noFill/>
          <a:ln w="31750"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CF413468-AFC1-EF86-C5F0-3052E13CF680}"/>
              </a:ext>
            </a:extLst>
          </p:cNvPr>
          <p:cNvGrpSpPr/>
          <p:nvPr/>
        </p:nvGrpSpPr>
        <p:grpSpPr>
          <a:xfrm>
            <a:off x="3474179" y="1778068"/>
            <a:ext cx="5257795" cy="228600"/>
            <a:chOff x="4558423" y="1503149"/>
            <a:chExt cx="1828800" cy="284206"/>
          </a:xfrm>
        </p:grpSpPr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5068565-BF73-EB22-EF7C-035C87BEF64E}"/>
                </a:ext>
              </a:extLst>
            </p:cNvPr>
            <p:cNvCxnSpPr>
              <a:cxnSpLocks/>
            </p:cNvCxnSpPr>
            <p:nvPr/>
          </p:nvCxnSpPr>
          <p:spPr>
            <a:xfrm>
              <a:off x="4558423" y="1503149"/>
              <a:ext cx="0" cy="284206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135BAA6-9EEA-2928-E13F-C2504D657477}"/>
                </a:ext>
              </a:extLst>
            </p:cNvPr>
            <p:cNvCxnSpPr>
              <a:cxnSpLocks/>
            </p:cNvCxnSpPr>
            <p:nvPr/>
          </p:nvCxnSpPr>
          <p:spPr>
            <a:xfrm>
              <a:off x="6387223" y="1503149"/>
              <a:ext cx="0" cy="284206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C095F8B2-263C-3646-0136-FB2DE7D70934}"/>
                </a:ext>
              </a:extLst>
            </p:cNvPr>
            <p:cNvCxnSpPr>
              <a:cxnSpLocks/>
            </p:cNvCxnSpPr>
            <p:nvPr/>
          </p:nvCxnSpPr>
          <p:spPr>
            <a:xfrm>
              <a:off x="4558423" y="1637160"/>
              <a:ext cx="1828800" cy="0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D1ECD9AC-4017-5637-8A61-D74CFF113647}"/>
              </a:ext>
            </a:extLst>
          </p:cNvPr>
          <p:cNvGrpSpPr/>
          <p:nvPr/>
        </p:nvGrpSpPr>
        <p:grpSpPr>
          <a:xfrm rot="16200000">
            <a:off x="1923745" y="3287660"/>
            <a:ext cx="2651760" cy="228600"/>
            <a:chOff x="4558423" y="1503149"/>
            <a:chExt cx="1828800" cy="284206"/>
          </a:xfrm>
        </p:grpSpPr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850E4B98-432C-4C96-96D7-AC6060E90F8B}"/>
                </a:ext>
              </a:extLst>
            </p:cNvPr>
            <p:cNvCxnSpPr>
              <a:cxnSpLocks/>
            </p:cNvCxnSpPr>
            <p:nvPr/>
          </p:nvCxnSpPr>
          <p:spPr>
            <a:xfrm>
              <a:off x="4558423" y="1503149"/>
              <a:ext cx="0" cy="284206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35B3D20B-A79A-279E-5013-C895534F3765}"/>
                </a:ext>
              </a:extLst>
            </p:cNvPr>
            <p:cNvCxnSpPr>
              <a:cxnSpLocks/>
            </p:cNvCxnSpPr>
            <p:nvPr/>
          </p:nvCxnSpPr>
          <p:spPr>
            <a:xfrm>
              <a:off x="6387223" y="1503149"/>
              <a:ext cx="0" cy="284206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6AD5B113-00E5-1F65-4E35-E5195E310482}"/>
                </a:ext>
              </a:extLst>
            </p:cNvPr>
            <p:cNvCxnSpPr>
              <a:cxnSpLocks/>
            </p:cNvCxnSpPr>
            <p:nvPr/>
          </p:nvCxnSpPr>
          <p:spPr>
            <a:xfrm>
              <a:off x="4558423" y="1637160"/>
              <a:ext cx="1828800" cy="0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575DF5A4-01AF-A3BD-E965-63706C22EC6E}"/>
                  </a:ext>
                </a:extLst>
              </p:cNvPr>
              <p:cNvSpPr txBox="1"/>
              <p:nvPr/>
            </p:nvSpPr>
            <p:spPr>
              <a:xfrm>
                <a:off x="3474179" y="1544726"/>
                <a:ext cx="5257789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Domain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length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direction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575DF5A4-01AF-A3BD-E965-63706C22E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179" y="1544726"/>
                <a:ext cx="5257789" cy="246221"/>
              </a:xfrm>
              <a:prstGeom prst="rect">
                <a:avLst/>
              </a:prstGeom>
              <a:blipFill>
                <a:blip r:embed="rId2"/>
                <a:stretch>
                  <a:fillRect t="-476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FFEA12ED-A2BC-4979-2A30-5765FCD07D28}"/>
                  </a:ext>
                </a:extLst>
              </p:cNvPr>
              <p:cNvSpPr txBox="1"/>
              <p:nvPr/>
            </p:nvSpPr>
            <p:spPr>
              <a:xfrm rot="16200000">
                <a:off x="1636354" y="3278830"/>
                <a:ext cx="265174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Domain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length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direction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FFEA12ED-A2BC-4979-2A30-5765FCD07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636354" y="3278830"/>
                <a:ext cx="2651742" cy="246221"/>
              </a:xfrm>
              <a:prstGeom prst="rect">
                <a:avLst/>
              </a:prstGeom>
              <a:blipFill>
                <a:blip r:embed="rId3"/>
                <a:stretch>
                  <a:fillRect l="-10000" r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528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04D379C-D2B5-A055-01A3-68EFABE7A640}"/>
              </a:ext>
            </a:extLst>
          </p:cNvPr>
          <p:cNvGrpSpPr/>
          <p:nvPr/>
        </p:nvGrpSpPr>
        <p:grpSpPr>
          <a:xfrm>
            <a:off x="4452168" y="1935414"/>
            <a:ext cx="1828800" cy="1828800"/>
            <a:chOff x="4513952" y="2207262"/>
            <a:chExt cx="1828800" cy="18288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59778BB-D0B6-AD6A-6159-2A20D45F4FA8}"/>
                </a:ext>
              </a:extLst>
            </p:cNvPr>
            <p:cNvSpPr/>
            <p:nvPr/>
          </p:nvSpPr>
          <p:spPr>
            <a:xfrm>
              <a:off x="4513952" y="2207262"/>
              <a:ext cx="1828800" cy="1828800"/>
            </a:xfrm>
            <a:prstGeom prst="rect">
              <a:avLst/>
            </a:prstGeom>
            <a:noFill/>
            <a:ln w="12700" cap="rnd"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6880088-D80C-1425-23B6-3F1179CB6E39}"/>
                </a:ext>
              </a:extLst>
            </p:cNvPr>
            <p:cNvSpPr/>
            <p:nvPr/>
          </p:nvSpPr>
          <p:spPr>
            <a:xfrm>
              <a:off x="5359772" y="3053082"/>
              <a:ext cx="137160" cy="1371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F8A3400-DDD3-A0FB-C5AA-CA4E4DCC937B}"/>
                    </a:ext>
                  </a:extLst>
                </p:cNvPr>
                <p:cNvSpPr txBox="1"/>
                <p:nvPr/>
              </p:nvSpPr>
              <p:spPr>
                <a:xfrm>
                  <a:off x="5251477" y="2703929"/>
                  <a:ext cx="353750" cy="2993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F8A3400-DDD3-A0FB-C5AA-CA4E4DCC93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1477" y="2703929"/>
                  <a:ext cx="353750" cy="299313"/>
                </a:xfrm>
                <a:prstGeom prst="rect">
                  <a:avLst/>
                </a:prstGeom>
                <a:blipFill>
                  <a:blip r:embed="rId2"/>
                  <a:stretch>
                    <a:fillRect l="-13793" r="-10345" b="-2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B928EC7-4D6E-0EB0-1ED2-A14ABBF2D681}"/>
              </a:ext>
            </a:extLst>
          </p:cNvPr>
          <p:cNvGrpSpPr/>
          <p:nvPr/>
        </p:nvGrpSpPr>
        <p:grpSpPr>
          <a:xfrm>
            <a:off x="6280968" y="1935414"/>
            <a:ext cx="1828800" cy="1828800"/>
            <a:chOff x="4513952" y="2207262"/>
            <a:chExt cx="1828800" cy="18288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113207A-8EED-1F18-74B7-0B137DCCF5DE}"/>
                </a:ext>
              </a:extLst>
            </p:cNvPr>
            <p:cNvSpPr/>
            <p:nvPr/>
          </p:nvSpPr>
          <p:spPr>
            <a:xfrm>
              <a:off x="4513952" y="2207262"/>
              <a:ext cx="1828800" cy="1828800"/>
            </a:xfrm>
            <a:prstGeom prst="rect">
              <a:avLst/>
            </a:prstGeom>
            <a:noFill/>
            <a:ln w="12700" cap="rnd"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0D01C33-94E1-77BE-CDB4-54B29BD7C1F5}"/>
                </a:ext>
              </a:extLst>
            </p:cNvPr>
            <p:cNvSpPr/>
            <p:nvPr/>
          </p:nvSpPr>
          <p:spPr>
            <a:xfrm>
              <a:off x="5359772" y="3053082"/>
              <a:ext cx="137160" cy="1371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257899D-02BE-609F-4FC2-2DE0AB9D0D62}"/>
                    </a:ext>
                  </a:extLst>
                </p:cNvPr>
                <p:cNvSpPr txBox="1"/>
                <p:nvPr/>
              </p:nvSpPr>
              <p:spPr>
                <a:xfrm>
                  <a:off x="5251477" y="2703929"/>
                  <a:ext cx="573362" cy="2993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257899D-02BE-609F-4FC2-2DE0AB9D0D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1477" y="2703929"/>
                  <a:ext cx="573362" cy="299313"/>
                </a:xfrm>
                <a:prstGeom prst="rect">
                  <a:avLst/>
                </a:prstGeom>
                <a:blipFill>
                  <a:blip r:embed="rId3"/>
                  <a:stretch>
                    <a:fillRect l="-8696" r="-6522" b="-2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DA99E3A-DB16-6D3A-06FF-86166773B69E}"/>
              </a:ext>
            </a:extLst>
          </p:cNvPr>
          <p:cNvGrpSpPr/>
          <p:nvPr/>
        </p:nvGrpSpPr>
        <p:grpSpPr>
          <a:xfrm>
            <a:off x="4452168" y="3764214"/>
            <a:ext cx="1828800" cy="1828800"/>
            <a:chOff x="4513952" y="2207262"/>
            <a:chExt cx="1828800" cy="18288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8010532-61AA-41F8-9B59-5C957F4A5C0A}"/>
                </a:ext>
              </a:extLst>
            </p:cNvPr>
            <p:cNvSpPr/>
            <p:nvPr/>
          </p:nvSpPr>
          <p:spPr>
            <a:xfrm>
              <a:off x="4513952" y="2207262"/>
              <a:ext cx="1828800" cy="1828800"/>
            </a:xfrm>
            <a:prstGeom prst="rect">
              <a:avLst/>
            </a:prstGeom>
            <a:noFill/>
            <a:ln w="12700" cap="rnd"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54FB356-6CDA-F6F1-9E9E-8103EACD6F04}"/>
                </a:ext>
              </a:extLst>
            </p:cNvPr>
            <p:cNvSpPr/>
            <p:nvPr/>
          </p:nvSpPr>
          <p:spPr>
            <a:xfrm>
              <a:off x="5359772" y="3053082"/>
              <a:ext cx="137160" cy="1371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E6B403B-E07C-D82B-9EE4-B05EE412BC52}"/>
                    </a:ext>
                  </a:extLst>
                </p:cNvPr>
                <p:cNvSpPr txBox="1"/>
                <p:nvPr/>
              </p:nvSpPr>
              <p:spPr>
                <a:xfrm>
                  <a:off x="5251477" y="2703929"/>
                  <a:ext cx="501869" cy="2993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E6B403B-E07C-D82B-9EE4-B05EE412BC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1477" y="2703929"/>
                  <a:ext cx="501869" cy="299313"/>
                </a:xfrm>
                <a:prstGeom prst="rect">
                  <a:avLst/>
                </a:prstGeom>
                <a:blipFill>
                  <a:blip r:embed="rId4"/>
                  <a:stretch>
                    <a:fillRect l="-9756" r="-2439" b="-2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F645858-270D-7993-8AE2-E79D16798561}"/>
              </a:ext>
            </a:extLst>
          </p:cNvPr>
          <p:cNvGrpSpPr/>
          <p:nvPr/>
        </p:nvGrpSpPr>
        <p:grpSpPr>
          <a:xfrm>
            <a:off x="6280968" y="3764214"/>
            <a:ext cx="1828800" cy="1828800"/>
            <a:chOff x="4513952" y="2207262"/>
            <a:chExt cx="1828800" cy="18288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B504661-0230-CBCE-EBAB-FC4DFD2FBBAE}"/>
                </a:ext>
              </a:extLst>
            </p:cNvPr>
            <p:cNvSpPr/>
            <p:nvPr/>
          </p:nvSpPr>
          <p:spPr>
            <a:xfrm>
              <a:off x="4513952" y="2207262"/>
              <a:ext cx="1828800" cy="1828800"/>
            </a:xfrm>
            <a:prstGeom prst="rect">
              <a:avLst/>
            </a:prstGeom>
            <a:noFill/>
            <a:ln w="12700" cap="rnd"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5DE1051-D451-5691-D164-D21388B6C1D3}"/>
                </a:ext>
              </a:extLst>
            </p:cNvPr>
            <p:cNvSpPr/>
            <p:nvPr/>
          </p:nvSpPr>
          <p:spPr>
            <a:xfrm>
              <a:off x="5359772" y="3053082"/>
              <a:ext cx="137160" cy="1371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F2123E7-4E4D-3CD4-4DDA-6FBB4C880486}"/>
                    </a:ext>
                  </a:extLst>
                </p:cNvPr>
                <p:cNvSpPr txBox="1"/>
                <p:nvPr/>
              </p:nvSpPr>
              <p:spPr>
                <a:xfrm>
                  <a:off x="5136192" y="2703929"/>
                  <a:ext cx="721480" cy="2993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F2123E7-4E4D-3CD4-4DDA-6FBB4C8804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6192" y="2703929"/>
                  <a:ext cx="721480" cy="299313"/>
                </a:xfrm>
                <a:prstGeom prst="rect">
                  <a:avLst/>
                </a:prstGeom>
                <a:blipFill>
                  <a:blip r:embed="rId5"/>
                  <a:stretch>
                    <a:fillRect l="-6897" r="-1724" b="-2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3B697AC-A9A5-62BA-5492-DAC273B51E32}"/>
              </a:ext>
            </a:extLst>
          </p:cNvPr>
          <p:cNvGrpSpPr/>
          <p:nvPr/>
        </p:nvGrpSpPr>
        <p:grpSpPr>
          <a:xfrm>
            <a:off x="4452168" y="1414720"/>
            <a:ext cx="1828800" cy="452114"/>
            <a:chOff x="4452168" y="1414720"/>
            <a:chExt cx="1828800" cy="45211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231B2DF-E00D-7EB2-E1FE-F4FA0C0E6A5D}"/>
                </a:ext>
              </a:extLst>
            </p:cNvPr>
            <p:cNvGrpSpPr/>
            <p:nvPr/>
          </p:nvGrpSpPr>
          <p:grpSpPr>
            <a:xfrm>
              <a:off x="4452168" y="1582628"/>
              <a:ext cx="1828800" cy="284206"/>
              <a:chOff x="4558423" y="1503149"/>
              <a:chExt cx="1828800" cy="284206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C8C82AA5-172E-8E6C-5F4D-3F3B896D31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8423" y="1503149"/>
                <a:ext cx="0" cy="284206"/>
              </a:xfrm>
              <a:prstGeom prst="line">
                <a:avLst/>
              </a:prstGeom>
              <a:ln w="25400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BB985D8C-C347-AD68-A754-1B8E2FB175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87223" y="1503149"/>
                <a:ext cx="0" cy="284206"/>
              </a:xfrm>
              <a:prstGeom prst="line">
                <a:avLst/>
              </a:prstGeom>
              <a:ln w="25400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E78A626D-F6B7-9F94-6C3B-CC3E1F0D3D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8423" y="1637160"/>
                <a:ext cx="1828800" cy="0"/>
              </a:xfrm>
              <a:prstGeom prst="line">
                <a:avLst/>
              </a:prstGeom>
              <a:ln w="25400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BB0272F-7222-0FB2-80DE-07717B847A0B}"/>
                    </a:ext>
                  </a:extLst>
                </p:cNvPr>
                <p:cNvSpPr txBox="1"/>
                <p:nvPr/>
              </p:nvSpPr>
              <p:spPr>
                <a:xfrm>
                  <a:off x="5107903" y="1414720"/>
                  <a:ext cx="38016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BB0272F-7222-0FB2-80DE-07717B847A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7903" y="1414720"/>
                  <a:ext cx="380169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6129" r="-322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565234B-9F79-4836-B887-DB61A6942E99}"/>
              </a:ext>
            </a:extLst>
          </p:cNvPr>
          <p:cNvGrpSpPr/>
          <p:nvPr/>
        </p:nvGrpSpPr>
        <p:grpSpPr>
          <a:xfrm rot="16200000">
            <a:off x="3203871" y="2623758"/>
            <a:ext cx="1828800" cy="452113"/>
            <a:chOff x="4452168" y="1414721"/>
            <a:chExt cx="1828800" cy="45211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D870046-BBB5-1FF7-7860-2DC2AB0FC10E}"/>
                </a:ext>
              </a:extLst>
            </p:cNvPr>
            <p:cNvGrpSpPr/>
            <p:nvPr/>
          </p:nvGrpSpPr>
          <p:grpSpPr>
            <a:xfrm>
              <a:off x="4452168" y="1582628"/>
              <a:ext cx="1828800" cy="284206"/>
              <a:chOff x="4558423" y="1503149"/>
              <a:chExt cx="1828800" cy="284206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56FF454-D91B-7D0A-8630-5153746500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8423" y="1503149"/>
                <a:ext cx="0" cy="284206"/>
              </a:xfrm>
              <a:prstGeom prst="line">
                <a:avLst/>
              </a:prstGeom>
              <a:ln w="25400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0B55E441-8793-7798-B1DC-A60FED4617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87223" y="1503149"/>
                <a:ext cx="0" cy="284206"/>
              </a:xfrm>
              <a:prstGeom prst="line">
                <a:avLst/>
              </a:prstGeom>
              <a:ln w="25400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CA97C01C-187F-3D8A-F9F7-B5586DA48C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8423" y="1637160"/>
                <a:ext cx="1828800" cy="0"/>
              </a:xfrm>
              <a:prstGeom prst="line">
                <a:avLst/>
              </a:prstGeom>
              <a:ln w="25400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321451D-60AB-86EF-E087-5DE89219980C}"/>
                    </a:ext>
                  </a:extLst>
                </p:cNvPr>
                <p:cNvSpPr txBox="1"/>
                <p:nvPr/>
              </p:nvSpPr>
              <p:spPr>
                <a:xfrm>
                  <a:off x="5109987" y="1414721"/>
                  <a:ext cx="37600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321451D-60AB-86EF-E087-5DE8921998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9987" y="1414721"/>
                  <a:ext cx="376000" cy="276999"/>
                </a:xfrm>
                <a:prstGeom prst="rect">
                  <a:avLst/>
                </a:prstGeom>
                <a:blipFill>
                  <a:blip r:embed="rId7"/>
                  <a:stretch>
                    <a:fillRect t="-6667" r="-21739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58371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08A1FA15-E107-2E5F-DE02-F08ED002DA35}"/>
              </a:ext>
            </a:extLst>
          </p:cNvPr>
          <p:cNvSpPr/>
          <p:nvPr/>
        </p:nvSpPr>
        <p:spPr>
          <a:xfrm>
            <a:off x="3470932" y="1384077"/>
            <a:ext cx="2279283" cy="2278296"/>
          </a:xfrm>
          <a:custGeom>
            <a:avLst/>
            <a:gdLst>
              <a:gd name="connsiteX0" fmla="*/ 0 w 2295489"/>
              <a:gd name="connsiteY0" fmla="*/ 2000191 h 2000190"/>
              <a:gd name="connsiteX1" fmla="*/ 2295490 w 2295489"/>
              <a:gd name="connsiteY1" fmla="*/ 2000191 h 2000190"/>
              <a:gd name="connsiteX2" fmla="*/ 2295490 w 2295489"/>
              <a:gd name="connsiteY2" fmla="*/ 0 h 2000190"/>
              <a:gd name="connsiteX3" fmla="*/ 0 w 2295489"/>
              <a:gd name="connsiteY3" fmla="*/ 0 h 2000190"/>
              <a:gd name="connsiteX4" fmla="*/ 0 w 2295489"/>
              <a:gd name="connsiteY4" fmla="*/ 2000191 h 2000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5489" h="2000190">
                <a:moveTo>
                  <a:pt x="0" y="2000191"/>
                </a:moveTo>
                <a:lnTo>
                  <a:pt x="2295490" y="2000191"/>
                </a:lnTo>
                <a:lnTo>
                  <a:pt x="2295490" y="0"/>
                </a:lnTo>
                <a:lnTo>
                  <a:pt x="0" y="0"/>
                </a:lnTo>
                <a:lnTo>
                  <a:pt x="0" y="2000191"/>
                </a:lnTo>
                <a:close/>
              </a:path>
            </a:pathLst>
          </a:custGeom>
          <a:noFill/>
          <a:ln w="6764" cap="flat">
            <a:noFill/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2FF43F1D-3A2F-F7AC-C944-262D224BEE20}"/>
              </a:ext>
            </a:extLst>
          </p:cNvPr>
          <p:cNvSpPr/>
          <p:nvPr/>
        </p:nvSpPr>
        <p:spPr>
          <a:xfrm>
            <a:off x="3574535" y="1487636"/>
            <a:ext cx="2072074" cy="2071174"/>
          </a:xfrm>
          <a:custGeom>
            <a:avLst/>
            <a:gdLst>
              <a:gd name="connsiteX0" fmla="*/ 0 w 2086807"/>
              <a:gd name="connsiteY0" fmla="*/ 0 h 1818351"/>
              <a:gd name="connsiteX1" fmla="*/ 23447 w 2086807"/>
              <a:gd name="connsiteY1" fmla="*/ 122490 h 1818351"/>
              <a:gd name="connsiteX2" fmla="*/ 46895 w 2086807"/>
              <a:gd name="connsiteY2" fmla="*/ 228955 h 1818351"/>
              <a:gd name="connsiteX3" fmla="*/ 70342 w 2086807"/>
              <a:gd name="connsiteY3" fmla="*/ 323125 h 1818351"/>
              <a:gd name="connsiteX4" fmla="*/ 93789 w 2086807"/>
              <a:gd name="connsiteY4" fmla="*/ 407804 h 1818351"/>
              <a:gd name="connsiteX5" fmla="*/ 117237 w 2086807"/>
              <a:gd name="connsiteY5" fmla="*/ 484442 h 1818351"/>
              <a:gd name="connsiteX6" fmla="*/ 140684 w 2086807"/>
              <a:gd name="connsiteY6" fmla="*/ 553852 h 1818351"/>
              <a:gd name="connsiteX7" fmla="*/ 164131 w 2086807"/>
              <a:gd name="connsiteY7" fmla="*/ 616836 h 1818351"/>
              <a:gd name="connsiteX8" fmla="*/ 187579 w 2086807"/>
              <a:gd name="connsiteY8" fmla="*/ 674206 h 1818351"/>
              <a:gd name="connsiteX9" fmla="*/ 211026 w 2086807"/>
              <a:gd name="connsiteY9" fmla="*/ 726759 h 1818351"/>
              <a:gd name="connsiteX10" fmla="*/ 234473 w 2086807"/>
              <a:gd name="connsiteY10" fmla="*/ 775301 h 1818351"/>
              <a:gd name="connsiteX11" fmla="*/ 257921 w 2086807"/>
              <a:gd name="connsiteY11" fmla="*/ 820393 h 1818351"/>
              <a:gd name="connsiteX12" fmla="*/ 281368 w 2086807"/>
              <a:gd name="connsiteY12" fmla="*/ 862353 h 1818351"/>
              <a:gd name="connsiteX13" fmla="*/ 304815 w 2086807"/>
              <a:gd name="connsiteY13" fmla="*/ 901844 h 1818351"/>
              <a:gd name="connsiteX14" fmla="*/ 328263 w 2086807"/>
              <a:gd name="connsiteY14" fmla="*/ 938995 h 1818351"/>
              <a:gd name="connsiteX15" fmla="*/ 351709 w 2086807"/>
              <a:gd name="connsiteY15" fmla="*/ 973960 h 1818351"/>
              <a:gd name="connsiteX16" fmla="*/ 375155 w 2086807"/>
              <a:gd name="connsiteY16" fmla="*/ 1006876 h 1818351"/>
              <a:gd name="connsiteX17" fmla="*/ 398607 w 2086807"/>
              <a:gd name="connsiteY17" fmla="*/ 1037885 h 1818351"/>
              <a:gd name="connsiteX18" fmla="*/ 422053 w 2086807"/>
              <a:gd name="connsiteY18" fmla="*/ 1067141 h 1818351"/>
              <a:gd name="connsiteX19" fmla="*/ 445499 w 2086807"/>
              <a:gd name="connsiteY19" fmla="*/ 1094774 h 1818351"/>
              <a:gd name="connsiteX20" fmla="*/ 468944 w 2086807"/>
              <a:gd name="connsiteY20" fmla="*/ 1120933 h 1818351"/>
              <a:gd name="connsiteX21" fmla="*/ 492397 w 2086807"/>
              <a:gd name="connsiteY21" fmla="*/ 1145765 h 1818351"/>
              <a:gd name="connsiteX22" fmla="*/ 515843 w 2086807"/>
              <a:gd name="connsiteY22" fmla="*/ 1169400 h 1818351"/>
              <a:gd name="connsiteX23" fmla="*/ 539288 w 2086807"/>
              <a:gd name="connsiteY23" fmla="*/ 1191994 h 1818351"/>
              <a:gd name="connsiteX24" fmla="*/ 562734 w 2086807"/>
              <a:gd name="connsiteY24" fmla="*/ 1213687 h 1818351"/>
              <a:gd name="connsiteX25" fmla="*/ 586180 w 2086807"/>
              <a:gd name="connsiteY25" fmla="*/ 1234238 h 1818351"/>
              <a:gd name="connsiteX26" fmla="*/ 609632 w 2086807"/>
              <a:gd name="connsiteY26" fmla="*/ 1254031 h 1818351"/>
              <a:gd name="connsiteX27" fmla="*/ 633078 w 2086807"/>
              <a:gd name="connsiteY27" fmla="*/ 1273100 h 1818351"/>
              <a:gd name="connsiteX28" fmla="*/ 656524 w 2086807"/>
              <a:gd name="connsiteY28" fmla="*/ 1291479 h 1818351"/>
              <a:gd name="connsiteX29" fmla="*/ 679969 w 2086807"/>
              <a:gd name="connsiteY29" fmla="*/ 1309182 h 1818351"/>
              <a:gd name="connsiteX30" fmla="*/ 703422 w 2086807"/>
              <a:gd name="connsiteY30" fmla="*/ 1326242 h 1818351"/>
              <a:gd name="connsiteX31" fmla="*/ 726868 w 2086807"/>
              <a:gd name="connsiteY31" fmla="*/ 1342679 h 1818351"/>
              <a:gd name="connsiteX32" fmla="*/ 750313 w 2086807"/>
              <a:gd name="connsiteY32" fmla="*/ 1358528 h 1818351"/>
              <a:gd name="connsiteX33" fmla="*/ 773759 w 2086807"/>
              <a:gd name="connsiteY33" fmla="*/ 1373816 h 1818351"/>
              <a:gd name="connsiteX34" fmla="*/ 797212 w 2086807"/>
              <a:gd name="connsiteY34" fmla="*/ 1388556 h 1818351"/>
              <a:gd name="connsiteX35" fmla="*/ 820657 w 2086807"/>
              <a:gd name="connsiteY35" fmla="*/ 1402788 h 1818351"/>
              <a:gd name="connsiteX36" fmla="*/ 844103 w 2086807"/>
              <a:gd name="connsiteY36" fmla="*/ 1416527 h 1818351"/>
              <a:gd name="connsiteX37" fmla="*/ 867549 w 2086807"/>
              <a:gd name="connsiteY37" fmla="*/ 1429806 h 1818351"/>
              <a:gd name="connsiteX38" fmla="*/ 890994 w 2086807"/>
              <a:gd name="connsiteY38" fmla="*/ 1442652 h 1818351"/>
              <a:gd name="connsiteX39" fmla="*/ 914447 w 2086807"/>
              <a:gd name="connsiteY39" fmla="*/ 1455092 h 1818351"/>
              <a:gd name="connsiteX40" fmla="*/ 937893 w 2086807"/>
              <a:gd name="connsiteY40" fmla="*/ 1467146 h 1818351"/>
              <a:gd name="connsiteX41" fmla="*/ 961338 w 2086807"/>
              <a:gd name="connsiteY41" fmla="*/ 1478842 h 1818351"/>
              <a:gd name="connsiteX42" fmla="*/ 984784 w 2086807"/>
              <a:gd name="connsiteY42" fmla="*/ 1490206 h 1818351"/>
              <a:gd name="connsiteX43" fmla="*/ 1008237 w 2086807"/>
              <a:gd name="connsiteY43" fmla="*/ 1501273 h 1818351"/>
              <a:gd name="connsiteX44" fmla="*/ 1031682 w 2086807"/>
              <a:gd name="connsiteY44" fmla="*/ 1512055 h 1818351"/>
              <a:gd name="connsiteX45" fmla="*/ 1055128 w 2086807"/>
              <a:gd name="connsiteY45" fmla="*/ 1522594 h 1818351"/>
              <a:gd name="connsiteX46" fmla="*/ 1078574 w 2086807"/>
              <a:gd name="connsiteY46" fmla="*/ 1532761 h 1818351"/>
              <a:gd name="connsiteX47" fmla="*/ 1102026 w 2086807"/>
              <a:gd name="connsiteY47" fmla="*/ 1542638 h 1818351"/>
              <a:gd name="connsiteX48" fmla="*/ 1125472 w 2086807"/>
              <a:gd name="connsiteY48" fmla="*/ 1552297 h 1818351"/>
              <a:gd name="connsiteX49" fmla="*/ 1148918 w 2086807"/>
              <a:gd name="connsiteY49" fmla="*/ 1561741 h 1818351"/>
              <a:gd name="connsiteX50" fmla="*/ 1172363 w 2086807"/>
              <a:gd name="connsiteY50" fmla="*/ 1570974 h 1818351"/>
              <a:gd name="connsiteX51" fmla="*/ 1195809 w 2086807"/>
              <a:gd name="connsiteY51" fmla="*/ 1580005 h 1818351"/>
              <a:gd name="connsiteX52" fmla="*/ 1219262 w 2086807"/>
              <a:gd name="connsiteY52" fmla="*/ 1588839 h 1818351"/>
              <a:gd name="connsiteX53" fmla="*/ 1242707 w 2086807"/>
              <a:gd name="connsiteY53" fmla="*/ 1597484 h 1818351"/>
              <a:gd name="connsiteX54" fmla="*/ 1266153 w 2086807"/>
              <a:gd name="connsiteY54" fmla="*/ 1605933 h 1818351"/>
              <a:gd name="connsiteX55" fmla="*/ 1289599 w 2086807"/>
              <a:gd name="connsiteY55" fmla="*/ 1614206 h 1818351"/>
              <a:gd name="connsiteX56" fmla="*/ 1313051 w 2086807"/>
              <a:gd name="connsiteY56" fmla="*/ 1622289 h 1818351"/>
              <a:gd name="connsiteX57" fmla="*/ 1336497 w 2086807"/>
              <a:gd name="connsiteY57" fmla="*/ 1630204 h 1818351"/>
              <a:gd name="connsiteX58" fmla="*/ 1359943 w 2086807"/>
              <a:gd name="connsiteY58" fmla="*/ 1637956 h 1818351"/>
              <a:gd name="connsiteX59" fmla="*/ 1383389 w 2086807"/>
              <a:gd name="connsiteY59" fmla="*/ 1645532 h 1818351"/>
              <a:gd name="connsiteX60" fmla="*/ 1406841 w 2086807"/>
              <a:gd name="connsiteY60" fmla="*/ 1652960 h 1818351"/>
              <a:gd name="connsiteX61" fmla="*/ 1430287 w 2086807"/>
              <a:gd name="connsiteY61" fmla="*/ 1660225 h 1818351"/>
              <a:gd name="connsiteX62" fmla="*/ 1453732 w 2086807"/>
              <a:gd name="connsiteY62" fmla="*/ 1667341 h 1818351"/>
              <a:gd name="connsiteX63" fmla="*/ 1477178 w 2086807"/>
              <a:gd name="connsiteY63" fmla="*/ 1674315 h 1818351"/>
              <a:gd name="connsiteX64" fmla="*/ 1500631 w 2086807"/>
              <a:gd name="connsiteY64" fmla="*/ 1681147 h 1818351"/>
              <a:gd name="connsiteX65" fmla="*/ 1524076 w 2086807"/>
              <a:gd name="connsiteY65" fmla="*/ 1687844 h 1818351"/>
              <a:gd name="connsiteX66" fmla="*/ 1547522 w 2086807"/>
              <a:gd name="connsiteY66" fmla="*/ 1694412 h 1818351"/>
              <a:gd name="connsiteX67" fmla="*/ 1570968 w 2086807"/>
              <a:gd name="connsiteY67" fmla="*/ 1700852 h 1818351"/>
              <a:gd name="connsiteX68" fmla="*/ 1594413 w 2086807"/>
              <a:gd name="connsiteY68" fmla="*/ 1707170 h 1818351"/>
              <a:gd name="connsiteX69" fmla="*/ 1617866 w 2086807"/>
              <a:gd name="connsiteY69" fmla="*/ 1713380 h 1818351"/>
              <a:gd name="connsiteX70" fmla="*/ 1641312 w 2086807"/>
              <a:gd name="connsiteY70" fmla="*/ 1719475 h 1818351"/>
              <a:gd name="connsiteX71" fmla="*/ 1664758 w 2086807"/>
              <a:gd name="connsiteY71" fmla="*/ 1725461 h 1818351"/>
              <a:gd name="connsiteX72" fmla="*/ 1688203 w 2086807"/>
              <a:gd name="connsiteY72" fmla="*/ 1731347 h 1818351"/>
              <a:gd name="connsiteX73" fmla="*/ 1711656 w 2086807"/>
              <a:gd name="connsiteY73" fmla="*/ 1737137 h 1818351"/>
              <a:gd name="connsiteX74" fmla="*/ 1735101 w 2086807"/>
              <a:gd name="connsiteY74" fmla="*/ 1742839 h 1818351"/>
              <a:gd name="connsiteX75" fmla="*/ 1758547 w 2086807"/>
              <a:gd name="connsiteY75" fmla="*/ 1748447 h 1818351"/>
              <a:gd name="connsiteX76" fmla="*/ 1781993 w 2086807"/>
              <a:gd name="connsiteY76" fmla="*/ 1753980 h 1818351"/>
              <a:gd name="connsiteX77" fmla="*/ 1805445 w 2086807"/>
              <a:gd name="connsiteY77" fmla="*/ 1759433 h 1818351"/>
              <a:gd name="connsiteX78" fmla="*/ 1828891 w 2086807"/>
              <a:gd name="connsiteY78" fmla="*/ 1764817 h 1818351"/>
              <a:gd name="connsiteX79" fmla="*/ 1852337 w 2086807"/>
              <a:gd name="connsiteY79" fmla="*/ 1770121 h 1818351"/>
              <a:gd name="connsiteX80" fmla="*/ 1875782 w 2086807"/>
              <a:gd name="connsiteY80" fmla="*/ 1775323 h 1818351"/>
              <a:gd name="connsiteX81" fmla="*/ 1899228 w 2086807"/>
              <a:gd name="connsiteY81" fmla="*/ 1780423 h 1818351"/>
              <a:gd name="connsiteX82" fmla="*/ 1922681 w 2086807"/>
              <a:gd name="connsiteY82" fmla="*/ 1785435 h 1818351"/>
              <a:gd name="connsiteX83" fmla="*/ 1946127 w 2086807"/>
              <a:gd name="connsiteY83" fmla="*/ 1790360 h 1818351"/>
              <a:gd name="connsiteX84" fmla="*/ 1969572 w 2086807"/>
              <a:gd name="connsiteY84" fmla="*/ 1795203 h 1818351"/>
              <a:gd name="connsiteX85" fmla="*/ 1993018 w 2086807"/>
              <a:gd name="connsiteY85" fmla="*/ 1799965 h 1818351"/>
              <a:gd name="connsiteX86" fmla="*/ 2016470 w 2086807"/>
              <a:gd name="connsiteY86" fmla="*/ 1804660 h 1818351"/>
              <a:gd name="connsiteX87" fmla="*/ 2039916 w 2086807"/>
              <a:gd name="connsiteY87" fmla="*/ 1809287 h 1818351"/>
              <a:gd name="connsiteX88" fmla="*/ 2063362 w 2086807"/>
              <a:gd name="connsiteY88" fmla="*/ 1813846 h 1818351"/>
              <a:gd name="connsiteX89" fmla="*/ 2086808 w 2086807"/>
              <a:gd name="connsiteY89" fmla="*/ 1818351 h 1818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086807" h="1818351">
                <a:moveTo>
                  <a:pt x="0" y="0"/>
                </a:moveTo>
                <a:lnTo>
                  <a:pt x="23447" y="122490"/>
                </a:lnTo>
                <a:lnTo>
                  <a:pt x="46895" y="228955"/>
                </a:lnTo>
                <a:lnTo>
                  <a:pt x="70342" y="323125"/>
                </a:lnTo>
                <a:lnTo>
                  <a:pt x="93789" y="407804"/>
                </a:lnTo>
                <a:lnTo>
                  <a:pt x="117237" y="484442"/>
                </a:lnTo>
                <a:lnTo>
                  <a:pt x="140684" y="553852"/>
                </a:lnTo>
                <a:lnTo>
                  <a:pt x="164131" y="616836"/>
                </a:lnTo>
                <a:lnTo>
                  <a:pt x="187579" y="674206"/>
                </a:lnTo>
                <a:lnTo>
                  <a:pt x="211026" y="726759"/>
                </a:lnTo>
                <a:lnTo>
                  <a:pt x="234473" y="775301"/>
                </a:lnTo>
                <a:lnTo>
                  <a:pt x="257921" y="820393"/>
                </a:lnTo>
                <a:lnTo>
                  <a:pt x="281368" y="862353"/>
                </a:lnTo>
                <a:lnTo>
                  <a:pt x="304815" y="901844"/>
                </a:lnTo>
                <a:lnTo>
                  <a:pt x="328263" y="938995"/>
                </a:lnTo>
                <a:lnTo>
                  <a:pt x="351709" y="973960"/>
                </a:lnTo>
                <a:lnTo>
                  <a:pt x="375155" y="1006876"/>
                </a:lnTo>
                <a:lnTo>
                  <a:pt x="398607" y="1037885"/>
                </a:lnTo>
                <a:lnTo>
                  <a:pt x="422053" y="1067141"/>
                </a:lnTo>
                <a:lnTo>
                  <a:pt x="445499" y="1094774"/>
                </a:lnTo>
                <a:lnTo>
                  <a:pt x="468944" y="1120933"/>
                </a:lnTo>
                <a:lnTo>
                  <a:pt x="492397" y="1145765"/>
                </a:lnTo>
                <a:lnTo>
                  <a:pt x="515843" y="1169400"/>
                </a:lnTo>
                <a:lnTo>
                  <a:pt x="539288" y="1191994"/>
                </a:lnTo>
                <a:lnTo>
                  <a:pt x="562734" y="1213687"/>
                </a:lnTo>
                <a:lnTo>
                  <a:pt x="586180" y="1234238"/>
                </a:lnTo>
                <a:lnTo>
                  <a:pt x="609632" y="1254031"/>
                </a:lnTo>
                <a:lnTo>
                  <a:pt x="633078" y="1273100"/>
                </a:lnTo>
                <a:lnTo>
                  <a:pt x="656524" y="1291479"/>
                </a:lnTo>
                <a:lnTo>
                  <a:pt x="679969" y="1309182"/>
                </a:lnTo>
                <a:lnTo>
                  <a:pt x="703422" y="1326242"/>
                </a:lnTo>
                <a:lnTo>
                  <a:pt x="726868" y="1342679"/>
                </a:lnTo>
                <a:lnTo>
                  <a:pt x="750313" y="1358528"/>
                </a:lnTo>
                <a:lnTo>
                  <a:pt x="773759" y="1373816"/>
                </a:lnTo>
                <a:lnTo>
                  <a:pt x="797212" y="1388556"/>
                </a:lnTo>
                <a:lnTo>
                  <a:pt x="820657" y="1402788"/>
                </a:lnTo>
                <a:lnTo>
                  <a:pt x="844103" y="1416527"/>
                </a:lnTo>
                <a:lnTo>
                  <a:pt x="867549" y="1429806"/>
                </a:lnTo>
                <a:lnTo>
                  <a:pt x="890994" y="1442652"/>
                </a:lnTo>
                <a:lnTo>
                  <a:pt x="914447" y="1455092"/>
                </a:lnTo>
                <a:lnTo>
                  <a:pt x="937893" y="1467146"/>
                </a:lnTo>
                <a:lnTo>
                  <a:pt x="961338" y="1478842"/>
                </a:lnTo>
                <a:lnTo>
                  <a:pt x="984784" y="1490206"/>
                </a:lnTo>
                <a:lnTo>
                  <a:pt x="1008237" y="1501273"/>
                </a:lnTo>
                <a:lnTo>
                  <a:pt x="1031682" y="1512055"/>
                </a:lnTo>
                <a:lnTo>
                  <a:pt x="1055128" y="1522594"/>
                </a:lnTo>
                <a:lnTo>
                  <a:pt x="1078574" y="1532761"/>
                </a:lnTo>
                <a:lnTo>
                  <a:pt x="1102026" y="1542638"/>
                </a:lnTo>
                <a:lnTo>
                  <a:pt x="1125472" y="1552297"/>
                </a:lnTo>
                <a:lnTo>
                  <a:pt x="1148918" y="1561741"/>
                </a:lnTo>
                <a:lnTo>
                  <a:pt x="1172363" y="1570974"/>
                </a:lnTo>
                <a:lnTo>
                  <a:pt x="1195809" y="1580005"/>
                </a:lnTo>
                <a:lnTo>
                  <a:pt x="1219262" y="1588839"/>
                </a:lnTo>
                <a:lnTo>
                  <a:pt x="1242707" y="1597484"/>
                </a:lnTo>
                <a:lnTo>
                  <a:pt x="1266153" y="1605933"/>
                </a:lnTo>
                <a:lnTo>
                  <a:pt x="1289599" y="1614206"/>
                </a:lnTo>
                <a:lnTo>
                  <a:pt x="1313051" y="1622289"/>
                </a:lnTo>
                <a:lnTo>
                  <a:pt x="1336497" y="1630204"/>
                </a:lnTo>
                <a:lnTo>
                  <a:pt x="1359943" y="1637956"/>
                </a:lnTo>
                <a:lnTo>
                  <a:pt x="1383389" y="1645532"/>
                </a:lnTo>
                <a:lnTo>
                  <a:pt x="1406841" y="1652960"/>
                </a:lnTo>
                <a:lnTo>
                  <a:pt x="1430287" y="1660225"/>
                </a:lnTo>
                <a:lnTo>
                  <a:pt x="1453732" y="1667341"/>
                </a:lnTo>
                <a:lnTo>
                  <a:pt x="1477178" y="1674315"/>
                </a:lnTo>
                <a:lnTo>
                  <a:pt x="1500631" y="1681147"/>
                </a:lnTo>
                <a:lnTo>
                  <a:pt x="1524076" y="1687844"/>
                </a:lnTo>
                <a:lnTo>
                  <a:pt x="1547522" y="1694412"/>
                </a:lnTo>
                <a:lnTo>
                  <a:pt x="1570968" y="1700852"/>
                </a:lnTo>
                <a:lnTo>
                  <a:pt x="1594413" y="1707170"/>
                </a:lnTo>
                <a:lnTo>
                  <a:pt x="1617866" y="1713380"/>
                </a:lnTo>
                <a:lnTo>
                  <a:pt x="1641312" y="1719475"/>
                </a:lnTo>
                <a:lnTo>
                  <a:pt x="1664758" y="1725461"/>
                </a:lnTo>
                <a:lnTo>
                  <a:pt x="1688203" y="1731347"/>
                </a:lnTo>
                <a:lnTo>
                  <a:pt x="1711656" y="1737137"/>
                </a:lnTo>
                <a:lnTo>
                  <a:pt x="1735101" y="1742839"/>
                </a:lnTo>
                <a:lnTo>
                  <a:pt x="1758547" y="1748447"/>
                </a:lnTo>
                <a:lnTo>
                  <a:pt x="1781993" y="1753980"/>
                </a:lnTo>
                <a:lnTo>
                  <a:pt x="1805445" y="1759433"/>
                </a:lnTo>
                <a:lnTo>
                  <a:pt x="1828891" y="1764817"/>
                </a:lnTo>
                <a:lnTo>
                  <a:pt x="1852337" y="1770121"/>
                </a:lnTo>
                <a:lnTo>
                  <a:pt x="1875782" y="1775323"/>
                </a:lnTo>
                <a:lnTo>
                  <a:pt x="1899228" y="1780423"/>
                </a:lnTo>
                <a:lnTo>
                  <a:pt x="1922681" y="1785435"/>
                </a:lnTo>
                <a:lnTo>
                  <a:pt x="1946127" y="1790360"/>
                </a:lnTo>
                <a:lnTo>
                  <a:pt x="1969572" y="1795203"/>
                </a:lnTo>
                <a:lnTo>
                  <a:pt x="1993018" y="1799965"/>
                </a:lnTo>
                <a:lnTo>
                  <a:pt x="2016470" y="1804660"/>
                </a:lnTo>
                <a:lnTo>
                  <a:pt x="2039916" y="1809287"/>
                </a:lnTo>
                <a:lnTo>
                  <a:pt x="2063362" y="1813846"/>
                </a:lnTo>
                <a:lnTo>
                  <a:pt x="2086808" y="1818351"/>
                </a:lnTo>
              </a:path>
            </a:pathLst>
          </a:custGeom>
          <a:noFill/>
          <a:ln w="25400" cap="rnd">
            <a:solidFill>
              <a:srgbClr val="1F77B4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BA9A3C6A-2D55-C8AB-D6A7-6271743FD1B3}"/>
              </a:ext>
            </a:extLst>
          </p:cNvPr>
          <p:cNvGrpSpPr/>
          <p:nvPr/>
        </p:nvGrpSpPr>
        <p:grpSpPr>
          <a:xfrm>
            <a:off x="3807353" y="3600733"/>
            <a:ext cx="1862544" cy="54864"/>
            <a:chOff x="2082052" y="3567407"/>
            <a:chExt cx="1862544" cy="54864"/>
          </a:xfrm>
        </p:grpSpPr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568D2DB0-4058-7BC6-7D70-78725AD3C223}"/>
                </a:ext>
              </a:extLst>
            </p:cNvPr>
            <p:cNvSpPr/>
            <p:nvPr/>
          </p:nvSpPr>
          <p:spPr>
            <a:xfrm>
              <a:off x="2082052" y="3567407"/>
              <a:ext cx="0" cy="54864"/>
            </a:xfrm>
            <a:custGeom>
              <a:avLst/>
              <a:gdLst>
                <a:gd name="connsiteX0" fmla="*/ 88 w 6764"/>
                <a:gd name="connsiteY0" fmla="*/ 54428 h 54115"/>
                <a:gd name="connsiteX1" fmla="*/ 88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88" y="54428"/>
                  </a:moveTo>
                  <a:lnTo>
                    <a:pt x="88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4FB2FE38-A502-68B5-3E9D-4C7E09E0B948}"/>
                </a:ext>
              </a:extLst>
            </p:cNvPr>
            <p:cNvSpPr/>
            <p:nvPr/>
          </p:nvSpPr>
          <p:spPr>
            <a:xfrm>
              <a:off x="2547690" y="3567407"/>
              <a:ext cx="0" cy="54864"/>
            </a:xfrm>
            <a:custGeom>
              <a:avLst/>
              <a:gdLst>
                <a:gd name="connsiteX0" fmla="*/ 157 w 6764"/>
                <a:gd name="connsiteY0" fmla="*/ 54428 h 54115"/>
                <a:gd name="connsiteX1" fmla="*/ 157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157" y="54428"/>
                  </a:moveTo>
                  <a:lnTo>
                    <a:pt x="157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2AD8E86C-D0B7-1652-40F2-371F0A057534}"/>
                </a:ext>
              </a:extLst>
            </p:cNvPr>
            <p:cNvSpPr/>
            <p:nvPr/>
          </p:nvSpPr>
          <p:spPr>
            <a:xfrm>
              <a:off x="3013320" y="3567407"/>
              <a:ext cx="0" cy="54864"/>
            </a:xfrm>
            <a:custGeom>
              <a:avLst/>
              <a:gdLst>
                <a:gd name="connsiteX0" fmla="*/ 226 w 6764"/>
                <a:gd name="connsiteY0" fmla="*/ 54428 h 54115"/>
                <a:gd name="connsiteX1" fmla="*/ 226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226" y="54428"/>
                  </a:moveTo>
                  <a:lnTo>
                    <a:pt x="226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25EA2CF6-C3C9-5209-9844-8F6A3C8F72F4}"/>
                </a:ext>
              </a:extLst>
            </p:cNvPr>
            <p:cNvSpPr/>
            <p:nvPr/>
          </p:nvSpPr>
          <p:spPr>
            <a:xfrm>
              <a:off x="3478959" y="3567407"/>
              <a:ext cx="0" cy="54864"/>
            </a:xfrm>
            <a:custGeom>
              <a:avLst/>
              <a:gdLst>
                <a:gd name="connsiteX0" fmla="*/ 296 w 6764"/>
                <a:gd name="connsiteY0" fmla="*/ 54428 h 54115"/>
                <a:gd name="connsiteX1" fmla="*/ 296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296" y="54428"/>
                  </a:moveTo>
                  <a:lnTo>
                    <a:pt x="296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C27370B1-1534-3432-FC5D-C0873D66970C}"/>
                </a:ext>
              </a:extLst>
            </p:cNvPr>
            <p:cNvSpPr/>
            <p:nvPr/>
          </p:nvSpPr>
          <p:spPr>
            <a:xfrm>
              <a:off x="3944596" y="3567407"/>
              <a:ext cx="0" cy="54864"/>
            </a:xfrm>
            <a:custGeom>
              <a:avLst/>
              <a:gdLst>
                <a:gd name="connsiteX0" fmla="*/ 365 w 6764"/>
                <a:gd name="connsiteY0" fmla="*/ 54428 h 54115"/>
                <a:gd name="connsiteX1" fmla="*/ 365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365" y="54428"/>
                  </a:moveTo>
                  <a:lnTo>
                    <a:pt x="365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30" name="Rectangle 229">
            <a:extLst>
              <a:ext uri="{FF2B5EF4-FFF2-40B4-BE49-F238E27FC236}">
                <a16:creationId xmlns:a16="http://schemas.microsoft.com/office/drawing/2014/main" id="{74F9F9BE-87DD-D4DD-90E2-436BD1F5968C}"/>
              </a:ext>
            </a:extLst>
          </p:cNvPr>
          <p:cNvSpPr/>
          <p:nvPr/>
        </p:nvSpPr>
        <p:spPr>
          <a:xfrm>
            <a:off x="3470932" y="1384077"/>
            <a:ext cx="2286000" cy="2286000"/>
          </a:xfrm>
          <a:prstGeom prst="rect">
            <a:avLst/>
          </a:prstGeom>
          <a:noFill/>
          <a:ln w="12700"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F4B85CAB-6A7C-62BB-0B4B-382A01044DBC}"/>
              </a:ext>
            </a:extLst>
          </p:cNvPr>
          <p:cNvGrpSpPr/>
          <p:nvPr/>
        </p:nvGrpSpPr>
        <p:grpSpPr>
          <a:xfrm>
            <a:off x="5702068" y="1429912"/>
            <a:ext cx="54864" cy="2054160"/>
            <a:chOff x="1745630" y="1396585"/>
            <a:chExt cx="54864" cy="2054160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75A21BAC-8281-0317-B3D6-5F1327601466}"/>
                </a:ext>
              </a:extLst>
            </p:cNvPr>
            <p:cNvSpPr/>
            <p:nvPr/>
          </p:nvSpPr>
          <p:spPr>
            <a:xfrm>
              <a:off x="1745630" y="3450745"/>
              <a:ext cx="54864" cy="0"/>
            </a:xfrm>
            <a:custGeom>
              <a:avLst/>
              <a:gdLst>
                <a:gd name="connsiteX0" fmla="*/ 38 w 54115"/>
                <a:gd name="connsiteY0" fmla="*/ 289 h 6764"/>
                <a:gd name="connsiteX1" fmla="*/ 54154 w 54115"/>
                <a:gd name="connsiteY1" fmla="*/ 289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38" y="289"/>
                  </a:moveTo>
                  <a:lnTo>
                    <a:pt x="54154" y="289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D7407001-5EA7-7DDF-020A-A88DFCDE0F7E}"/>
                </a:ext>
              </a:extLst>
            </p:cNvPr>
            <p:cNvSpPr/>
            <p:nvPr/>
          </p:nvSpPr>
          <p:spPr>
            <a:xfrm>
              <a:off x="1745630" y="3193976"/>
              <a:ext cx="54864" cy="0"/>
            </a:xfrm>
            <a:custGeom>
              <a:avLst/>
              <a:gdLst>
                <a:gd name="connsiteX0" fmla="*/ 38 w 54115"/>
                <a:gd name="connsiteY0" fmla="*/ 256 h 6764"/>
                <a:gd name="connsiteX1" fmla="*/ 54154 w 54115"/>
                <a:gd name="connsiteY1" fmla="*/ 256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38" y="256"/>
                  </a:moveTo>
                  <a:lnTo>
                    <a:pt x="54154" y="256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AD6A9682-370E-0548-D802-271549162409}"/>
                </a:ext>
              </a:extLst>
            </p:cNvPr>
            <p:cNvSpPr/>
            <p:nvPr/>
          </p:nvSpPr>
          <p:spPr>
            <a:xfrm>
              <a:off x="1745630" y="2937205"/>
              <a:ext cx="54864" cy="0"/>
            </a:xfrm>
            <a:custGeom>
              <a:avLst/>
              <a:gdLst>
                <a:gd name="connsiteX0" fmla="*/ 38 w 54115"/>
                <a:gd name="connsiteY0" fmla="*/ 222 h 6764"/>
                <a:gd name="connsiteX1" fmla="*/ 54154 w 54115"/>
                <a:gd name="connsiteY1" fmla="*/ 222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38" y="222"/>
                  </a:moveTo>
                  <a:lnTo>
                    <a:pt x="54154" y="22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2CF609EF-C6F8-1F4C-DF3D-D5BC88DB46FE}"/>
                </a:ext>
              </a:extLst>
            </p:cNvPr>
            <p:cNvSpPr/>
            <p:nvPr/>
          </p:nvSpPr>
          <p:spPr>
            <a:xfrm>
              <a:off x="1745630" y="2680436"/>
              <a:ext cx="54864" cy="0"/>
            </a:xfrm>
            <a:custGeom>
              <a:avLst/>
              <a:gdLst>
                <a:gd name="connsiteX0" fmla="*/ 38 w 54115"/>
                <a:gd name="connsiteY0" fmla="*/ 189 h 6764"/>
                <a:gd name="connsiteX1" fmla="*/ 54154 w 54115"/>
                <a:gd name="connsiteY1" fmla="*/ 189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38" y="189"/>
                  </a:moveTo>
                  <a:lnTo>
                    <a:pt x="54154" y="189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C06DD530-9F78-5362-5F3F-A2D56F73A8DE}"/>
                </a:ext>
              </a:extLst>
            </p:cNvPr>
            <p:cNvSpPr/>
            <p:nvPr/>
          </p:nvSpPr>
          <p:spPr>
            <a:xfrm>
              <a:off x="1745630" y="2423666"/>
              <a:ext cx="54864" cy="0"/>
            </a:xfrm>
            <a:custGeom>
              <a:avLst/>
              <a:gdLst>
                <a:gd name="connsiteX0" fmla="*/ 38 w 54115"/>
                <a:gd name="connsiteY0" fmla="*/ 156 h 6764"/>
                <a:gd name="connsiteX1" fmla="*/ 54154 w 54115"/>
                <a:gd name="connsiteY1" fmla="*/ 156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38" y="156"/>
                  </a:moveTo>
                  <a:lnTo>
                    <a:pt x="54154" y="156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829A28FE-1FF0-E009-E4EB-846AAD3E80D0}"/>
                </a:ext>
              </a:extLst>
            </p:cNvPr>
            <p:cNvSpPr/>
            <p:nvPr/>
          </p:nvSpPr>
          <p:spPr>
            <a:xfrm>
              <a:off x="1745630" y="2166897"/>
              <a:ext cx="54864" cy="0"/>
            </a:xfrm>
            <a:custGeom>
              <a:avLst/>
              <a:gdLst>
                <a:gd name="connsiteX0" fmla="*/ 38 w 54115"/>
                <a:gd name="connsiteY0" fmla="*/ 122 h 6764"/>
                <a:gd name="connsiteX1" fmla="*/ 54154 w 54115"/>
                <a:gd name="connsiteY1" fmla="*/ 122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38" y="122"/>
                  </a:moveTo>
                  <a:lnTo>
                    <a:pt x="54154" y="12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DB2A5C2C-BDA7-F975-6829-425C4BD119D5}"/>
                </a:ext>
              </a:extLst>
            </p:cNvPr>
            <p:cNvSpPr/>
            <p:nvPr/>
          </p:nvSpPr>
          <p:spPr>
            <a:xfrm>
              <a:off x="1745630" y="1910126"/>
              <a:ext cx="54864" cy="0"/>
            </a:xfrm>
            <a:custGeom>
              <a:avLst/>
              <a:gdLst>
                <a:gd name="connsiteX0" fmla="*/ 38 w 54115"/>
                <a:gd name="connsiteY0" fmla="*/ 89 h 6764"/>
                <a:gd name="connsiteX1" fmla="*/ 54154 w 54115"/>
                <a:gd name="connsiteY1" fmla="*/ 89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38" y="89"/>
                  </a:moveTo>
                  <a:lnTo>
                    <a:pt x="54154" y="89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8B331A0B-DC80-7E74-F2A8-5D0C1C3F7472}"/>
                </a:ext>
              </a:extLst>
            </p:cNvPr>
            <p:cNvSpPr/>
            <p:nvPr/>
          </p:nvSpPr>
          <p:spPr>
            <a:xfrm>
              <a:off x="1745630" y="1653356"/>
              <a:ext cx="54864" cy="0"/>
            </a:xfrm>
            <a:custGeom>
              <a:avLst/>
              <a:gdLst>
                <a:gd name="connsiteX0" fmla="*/ 38 w 54115"/>
                <a:gd name="connsiteY0" fmla="*/ 56 h 6764"/>
                <a:gd name="connsiteX1" fmla="*/ 54154 w 54115"/>
                <a:gd name="connsiteY1" fmla="*/ 56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38" y="56"/>
                  </a:moveTo>
                  <a:lnTo>
                    <a:pt x="54154" y="56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47E253B-E127-C54D-2588-421EA82D9A36}"/>
                </a:ext>
              </a:extLst>
            </p:cNvPr>
            <p:cNvSpPr/>
            <p:nvPr/>
          </p:nvSpPr>
          <p:spPr>
            <a:xfrm>
              <a:off x="1745630" y="1396585"/>
              <a:ext cx="54864" cy="0"/>
            </a:xfrm>
            <a:custGeom>
              <a:avLst/>
              <a:gdLst>
                <a:gd name="connsiteX0" fmla="*/ 38 w 54115"/>
                <a:gd name="connsiteY0" fmla="*/ 23 h 6764"/>
                <a:gd name="connsiteX1" fmla="*/ 54154 w 54115"/>
                <a:gd name="connsiteY1" fmla="*/ 23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38" y="23"/>
                  </a:moveTo>
                  <a:lnTo>
                    <a:pt x="54154" y="23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061DE8CC-A458-8BD9-BA54-A2CE1F454DED}"/>
              </a:ext>
            </a:extLst>
          </p:cNvPr>
          <p:cNvGrpSpPr/>
          <p:nvPr/>
        </p:nvGrpSpPr>
        <p:grpSpPr>
          <a:xfrm>
            <a:off x="3806968" y="1384077"/>
            <a:ext cx="1862544" cy="54864"/>
            <a:chOff x="2082052" y="3567407"/>
            <a:chExt cx="1862544" cy="54864"/>
          </a:xfrm>
        </p:grpSpPr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2282AB40-07AA-0444-888C-DD5905BEA0AC}"/>
                </a:ext>
              </a:extLst>
            </p:cNvPr>
            <p:cNvSpPr/>
            <p:nvPr/>
          </p:nvSpPr>
          <p:spPr>
            <a:xfrm>
              <a:off x="2082052" y="3567407"/>
              <a:ext cx="0" cy="54864"/>
            </a:xfrm>
            <a:custGeom>
              <a:avLst/>
              <a:gdLst>
                <a:gd name="connsiteX0" fmla="*/ 88 w 6764"/>
                <a:gd name="connsiteY0" fmla="*/ 54428 h 54115"/>
                <a:gd name="connsiteX1" fmla="*/ 88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88" y="54428"/>
                  </a:moveTo>
                  <a:lnTo>
                    <a:pt x="88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9AB341E3-58AA-5A1C-1F68-84E94D119686}"/>
                </a:ext>
              </a:extLst>
            </p:cNvPr>
            <p:cNvSpPr/>
            <p:nvPr/>
          </p:nvSpPr>
          <p:spPr>
            <a:xfrm>
              <a:off x="2547690" y="3567407"/>
              <a:ext cx="0" cy="54864"/>
            </a:xfrm>
            <a:custGeom>
              <a:avLst/>
              <a:gdLst>
                <a:gd name="connsiteX0" fmla="*/ 157 w 6764"/>
                <a:gd name="connsiteY0" fmla="*/ 54428 h 54115"/>
                <a:gd name="connsiteX1" fmla="*/ 157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157" y="54428"/>
                  </a:moveTo>
                  <a:lnTo>
                    <a:pt x="157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F3BF56A3-7156-9E78-CC64-18304A8A63F9}"/>
                </a:ext>
              </a:extLst>
            </p:cNvPr>
            <p:cNvSpPr/>
            <p:nvPr/>
          </p:nvSpPr>
          <p:spPr>
            <a:xfrm>
              <a:off x="3013320" y="3567407"/>
              <a:ext cx="0" cy="54864"/>
            </a:xfrm>
            <a:custGeom>
              <a:avLst/>
              <a:gdLst>
                <a:gd name="connsiteX0" fmla="*/ 226 w 6764"/>
                <a:gd name="connsiteY0" fmla="*/ 54428 h 54115"/>
                <a:gd name="connsiteX1" fmla="*/ 226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226" y="54428"/>
                  </a:moveTo>
                  <a:lnTo>
                    <a:pt x="226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 246">
              <a:extLst>
                <a:ext uri="{FF2B5EF4-FFF2-40B4-BE49-F238E27FC236}">
                  <a16:creationId xmlns:a16="http://schemas.microsoft.com/office/drawing/2014/main" id="{BE2C589B-BBEC-46E9-76C5-9B3643498FE7}"/>
                </a:ext>
              </a:extLst>
            </p:cNvPr>
            <p:cNvSpPr/>
            <p:nvPr/>
          </p:nvSpPr>
          <p:spPr>
            <a:xfrm>
              <a:off x="3478959" y="3567407"/>
              <a:ext cx="0" cy="54864"/>
            </a:xfrm>
            <a:custGeom>
              <a:avLst/>
              <a:gdLst>
                <a:gd name="connsiteX0" fmla="*/ 296 w 6764"/>
                <a:gd name="connsiteY0" fmla="*/ 54428 h 54115"/>
                <a:gd name="connsiteX1" fmla="*/ 296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296" y="54428"/>
                  </a:moveTo>
                  <a:lnTo>
                    <a:pt x="296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91B02DCB-7626-C307-2B81-79FF476C0E2C}"/>
                </a:ext>
              </a:extLst>
            </p:cNvPr>
            <p:cNvSpPr/>
            <p:nvPr/>
          </p:nvSpPr>
          <p:spPr>
            <a:xfrm>
              <a:off x="3944596" y="3567407"/>
              <a:ext cx="0" cy="54864"/>
            </a:xfrm>
            <a:custGeom>
              <a:avLst/>
              <a:gdLst>
                <a:gd name="connsiteX0" fmla="*/ 365 w 6764"/>
                <a:gd name="connsiteY0" fmla="*/ 54428 h 54115"/>
                <a:gd name="connsiteX1" fmla="*/ 365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365" y="54428"/>
                  </a:moveTo>
                  <a:lnTo>
                    <a:pt x="365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3A54D351-908D-A77F-D6E6-B74BCBE08F06}"/>
              </a:ext>
            </a:extLst>
          </p:cNvPr>
          <p:cNvGrpSpPr/>
          <p:nvPr/>
        </p:nvGrpSpPr>
        <p:grpSpPr>
          <a:xfrm>
            <a:off x="3630438" y="3633770"/>
            <a:ext cx="2216366" cy="276999"/>
            <a:chOff x="4717321" y="2912559"/>
            <a:chExt cx="2216366" cy="276999"/>
          </a:xfrm>
        </p:grpSpPr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72D1EA31-386D-FCC7-5B1E-ACE0E6826A2F}"/>
                </a:ext>
              </a:extLst>
            </p:cNvPr>
            <p:cNvSpPr txBox="1"/>
            <p:nvPr/>
          </p:nvSpPr>
          <p:spPr>
            <a:xfrm>
              <a:off x="4717321" y="2912559"/>
              <a:ext cx="35458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 dirty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10</a:t>
              </a: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64B70723-B97F-3024-C202-8AC96B10B4E4}"/>
                </a:ext>
              </a:extLst>
            </p:cNvPr>
            <p:cNvSpPr txBox="1"/>
            <p:nvPr/>
          </p:nvSpPr>
          <p:spPr>
            <a:xfrm>
              <a:off x="5182923" y="2912559"/>
              <a:ext cx="35458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 dirty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20</a:t>
              </a: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11C2C44F-6F1F-5A98-1F02-0631D28C3BD3}"/>
                </a:ext>
              </a:extLst>
            </p:cNvPr>
            <p:cNvSpPr txBox="1"/>
            <p:nvPr/>
          </p:nvSpPr>
          <p:spPr>
            <a:xfrm>
              <a:off x="5648525" y="2912559"/>
              <a:ext cx="35458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30</a:t>
              </a: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D35B8389-CF6A-4988-BB8F-C86B00310391}"/>
                </a:ext>
              </a:extLst>
            </p:cNvPr>
            <p:cNvSpPr txBox="1"/>
            <p:nvPr/>
          </p:nvSpPr>
          <p:spPr>
            <a:xfrm>
              <a:off x="6114127" y="2912559"/>
              <a:ext cx="35458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40</a:t>
              </a: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F21DF836-20ED-6659-B056-FD4DCAC3F216}"/>
                </a:ext>
              </a:extLst>
            </p:cNvPr>
            <p:cNvSpPr txBox="1"/>
            <p:nvPr/>
          </p:nvSpPr>
          <p:spPr>
            <a:xfrm>
              <a:off x="6579103" y="2912559"/>
              <a:ext cx="35458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 dirty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50</a:t>
              </a:r>
            </a:p>
          </p:txBody>
        </p:sp>
      </p:grpSp>
      <p:sp>
        <p:nvSpPr>
          <p:cNvPr id="324" name="Freeform 323">
            <a:extLst>
              <a:ext uri="{FF2B5EF4-FFF2-40B4-BE49-F238E27FC236}">
                <a16:creationId xmlns:a16="http://schemas.microsoft.com/office/drawing/2014/main" id="{3EF6D32C-AD94-CAAD-CCD8-1D1EABE8FA19}"/>
              </a:ext>
            </a:extLst>
          </p:cNvPr>
          <p:cNvSpPr/>
          <p:nvPr/>
        </p:nvSpPr>
        <p:spPr>
          <a:xfrm>
            <a:off x="6575276" y="1384077"/>
            <a:ext cx="2279284" cy="2278296"/>
          </a:xfrm>
          <a:custGeom>
            <a:avLst/>
            <a:gdLst>
              <a:gd name="connsiteX0" fmla="*/ 0 w 2295495"/>
              <a:gd name="connsiteY0" fmla="*/ 2000191 h 2000190"/>
              <a:gd name="connsiteX1" fmla="*/ 2295496 w 2295495"/>
              <a:gd name="connsiteY1" fmla="*/ 2000191 h 2000190"/>
              <a:gd name="connsiteX2" fmla="*/ 2295496 w 2295495"/>
              <a:gd name="connsiteY2" fmla="*/ 0 h 2000190"/>
              <a:gd name="connsiteX3" fmla="*/ 0 w 2295495"/>
              <a:gd name="connsiteY3" fmla="*/ 0 h 2000190"/>
              <a:gd name="connsiteX4" fmla="*/ 0 w 2295495"/>
              <a:gd name="connsiteY4" fmla="*/ 2000191 h 2000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5495" h="2000190">
                <a:moveTo>
                  <a:pt x="0" y="2000191"/>
                </a:moveTo>
                <a:lnTo>
                  <a:pt x="2295496" y="2000191"/>
                </a:lnTo>
                <a:lnTo>
                  <a:pt x="2295496" y="0"/>
                </a:lnTo>
                <a:lnTo>
                  <a:pt x="0" y="0"/>
                </a:lnTo>
                <a:lnTo>
                  <a:pt x="0" y="2000191"/>
                </a:lnTo>
                <a:close/>
              </a:path>
            </a:pathLst>
          </a:custGeom>
          <a:noFill/>
          <a:ln w="6764" cap="flat">
            <a:noFill/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5" name="Freeform 324">
            <a:extLst>
              <a:ext uri="{FF2B5EF4-FFF2-40B4-BE49-F238E27FC236}">
                <a16:creationId xmlns:a16="http://schemas.microsoft.com/office/drawing/2014/main" id="{B314CF1F-D8DD-873B-6509-F570FF47B4B8}"/>
              </a:ext>
            </a:extLst>
          </p:cNvPr>
          <p:cNvSpPr/>
          <p:nvPr/>
        </p:nvSpPr>
        <p:spPr>
          <a:xfrm>
            <a:off x="6678881" y="2523225"/>
            <a:ext cx="2072040" cy="7704"/>
          </a:xfrm>
          <a:custGeom>
            <a:avLst/>
            <a:gdLst>
              <a:gd name="connsiteX0" fmla="*/ 0 w 2086777"/>
              <a:gd name="connsiteY0" fmla="*/ 0 h 6764"/>
              <a:gd name="connsiteX1" fmla="*/ 23446 w 2086777"/>
              <a:gd name="connsiteY1" fmla="*/ 0 h 6764"/>
              <a:gd name="connsiteX2" fmla="*/ 46898 w 2086777"/>
              <a:gd name="connsiteY2" fmla="*/ 0 h 6764"/>
              <a:gd name="connsiteX3" fmla="*/ 70344 w 2086777"/>
              <a:gd name="connsiteY3" fmla="*/ 0 h 6764"/>
              <a:gd name="connsiteX4" fmla="*/ 93790 w 2086777"/>
              <a:gd name="connsiteY4" fmla="*/ 0 h 6764"/>
              <a:gd name="connsiteX5" fmla="*/ 117235 w 2086777"/>
              <a:gd name="connsiteY5" fmla="*/ 0 h 6764"/>
              <a:gd name="connsiteX6" fmla="*/ 140681 w 2086777"/>
              <a:gd name="connsiteY6" fmla="*/ 0 h 6764"/>
              <a:gd name="connsiteX7" fmla="*/ 164133 w 2086777"/>
              <a:gd name="connsiteY7" fmla="*/ 0 h 6764"/>
              <a:gd name="connsiteX8" fmla="*/ 187579 w 2086777"/>
              <a:gd name="connsiteY8" fmla="*/ 0 h 6764"/>
              <a:gd name="connsiteX9" fmla="*/ 211025 w 2086777"/>
              <a:gd name="connsiteY9" fmla="*/ 0 h 6764"/>
              <a:gd name="connsiteX10" fmla="*/ 234471 w 2086777"/>
              <a:gd name="connsiteY10" fmla="*/ 0 h 6764"/>
              <a:gd name="connsiteX11" fmla="*/ 257923 w 2086777"/>
              <a:gd name="connsiteY11" fmla="*/ 0 h 6764"/>
              <a:gd name="connsiteX12" fmla="*/ 281369 w 2086777"/>
              <a:gd name="connsiteY12" fmla="*/ 0 h 6764"/>
              <a:gd name="connsiteX13" fmla="*/ 304815 w 2086777"/>
              <a:gd name="connsiteY13" fmla="*/ 0 h 6764"/>
              <a:gd name="connsiteX14" fmla="*/ 328260 w 2086777"/>
              <a:gd name="connsiteY14" fmla="*/ 0 h 6764"/>
              <a:gd name="connsiteX15" fmla="*/ 351713 w 2086777"/>
              <a:gd name="connsiteY15" fmla="*/ 0 h 6764"/>
              <a:gd name="connsiteX16" fmla="*/ 375158 w 2086777"/>
              <a:gd name="connsiteY16" fmla="*/ 0 h 6764"/>
              <a:gd name="connsiteX17" fmla="*/ 398604 w 2086777"/>
              <a:gd name="connsiteY17" fmla="*/ 0 h 6764"/>
              <a:gd name="connsiteX18" fmla="*/ 422050 w 2086777"/>
              <a:gd name="connsiteY18" fmla="*/ 0 h 6764"/>
              <a:gd name="connsiteX19" fmla="*/ 445496 w 2086777"/>
              <a:gd name="connsiteY19" fmla="*/ 0 h 6764"/>
              <a:gd name="connsiteX20" fmla="*/ 468948 w 2086777"/>
              <a:gd name="connsiteY20" fmla="*/ 0 h 6764"/>
              <a:gd name="connsiteX21" fmla="*/ 492394 w 2086777"/>
              <a:gd name="connsiteY21" fmla="*/ 0 h 6764"/>
              <a:gd name="connsiteX22" fmla="*/ 515840 w 2086777"/>
              <a:gd name="connsiteY22" fmla="*/ 0 h 6764"/>
              <a:gd name="connsiteX23" fmla="*/ 539285 w 2086777"/>
              <a:gd name="connsiteY23" fmla="*/ 0 h 6764"/>
              <a:gd name="connsiteX24" fmla="*/ 562738 w 2086777"/>
              <a:gd name="connsiteY24" fmla="*/ 0 h 6764"/>
              <a:gd name="connsiteX25" fmla="*/ 586184 w 2086777"/>
              <a:gd name="connsiteY25" fmla="*/ 0 h 6764"/>
              <a:gd name="connsiteX26" fmla="*/ 609630 w 2086777"/>
              <a:gd name="connsiteY26" fmla="*/ 0 h 6764"/>
              <a:gd name="connsiteX27" fmla="*/ 633075 w 2086777"/>
              <a:gd name="connsiteY27" fmla="*/ 0 h 6764"/>
              <a:gd name="connsiteX28" fmla="*/ 656528 w 2086777"/>
              <a:gd name="connsiteY28" fmla="*/ 0 h 6764"/>
              <a:gd name="connsiteX29" fmla="*/ 679973 w 2086777"/>
              <a:gd name="connsiteY29" fmla="*/ 0 h 6764"/>
              <a:gd name="connsiteX30" fmla="*/ 703419 w 2086777"/>
              <a:gd name="connsiteY30" fmla="*/ 0 h 6764"/>
              <a:gd name="connsiteX31" fmla="*/ 726865 w 2086777"/>
              <a:gd name="connsiteY31" fmla="*/ 0 h 6764"/>
              <a:gd name="connsiteX32" fmla="*/ 750317 w 2086777"/>
              <a:gd name="connsiteY32" fmla="*/ 0 h 6764"/>
              <a:gd name="connsiteX33" fmla="*/ 773763 w 2086777"/>
              <a:gd name="connsiteY33" fmla="*/ 0 h 6764"/>
              <a:gd name="connsiteX34" fmla="*/ 797209 w 2086777"/>
              <a:gd name="connsiteY34" fmla="*/ 0 h 6764"/>
              <a:gd name="connsiteX35" fmla="*/ 820654 w 2086777"/>
              <a:gd name="connsiteY35" fmla="*/ 0 h 6764"/>
              <a:gd name="connsiteX36" fmla="*/ 844100 w 2086777"/>
              <a:gd name="connsiteY36" fmla="*/ 0 h 6764"/>
              <a:gd name="connsiteX37" fmla="*/ 867553 w 2086777"/>
              <a:gd name="connsiteY37" fmla="*/ 0 h 6764"/>
              <a:gd name="connsiteX38" fmla="*/ 890998 w 2086777"/>
              <a:gd name="connsiteY38" fmla="*/ 0 h 6764"/>
              <a:gd name="connsiteX39" fmla="*/ 914444 w 2086777"/>
              <a:gd name="connsiteY39" fmla="*/ 0 h 6764"/>
              <a:gd name="connsiteX40" fmla="*/ 937890 w 2086777"/>
              <a:gd name="connsiteY40" fmla="*/ 0 h 6764"/>
              <a:gd name="connsiteX41" fmla="*/ 961342 w 2086777"/>
              <a:gd name="connsiteY41" fmla="*/ 0 h 6764"/>
              <a:gd name="connsiteX42" fmla="*/ 984788 w 2086777"/>
              <a:gd name="connsiteY42" fmla="*/ 0 h 6764"/>
              <a:gd name="connsiteX43" fmla="*/ 1008234 w 2086777"/>
              <a:gd name="connsiteY43" fmla="*/ 0 h 6764"/>
              <a:gd name="connsiteX44" fmla="*/ 1031679 w 2086777"/>
              <a:gd name="connsiteY44" fmla="*/ 0 h 6764"/>
              <a:gd name="connsiteX45" fmla="*/ 1055132 w 2086777"/>
              <a:gd name="connsiteY45" fmla="*/ 0 h 6764"/>
              <a:gd name="connsiteX46" fmla="*/ 1078578 w 2086777"/>
              <a:gd name="connsiteY46" fmla="*/ 0 h 6764"/>
              <a:gd name="connsiteX47" fmla="*/ 1102023 w 2086777"/>
              <a:gd name="connsiteY47" fmla="*/ 0 h 6764"/>
              <a:gd name="connsiteX48" fmla="*/ 1125469 w 2086777"/>
              <a:gd name="connsiteY48" fmla="*/ 0 h 6764"/>
              <a:gd name="connsiteX49" fmla="*/ 1148915 w 2086777"/>
              <a:gd name="connsiteY49" fmla="*/ 0 h 6764"/>
              <a:gd name="connsiteX50" fmla="*/ 1172367 w 2086777"/>
              <a:gd name="connsiteY50" fmla="*/ 0 h 6764"/>
              <a:gd name="connsiteX51" fmla="*/ 1195827 w 2086777"/>
              <a:gd name="connsiteY51" fmla="*/ 0 h 6764"/>
              <a:gd name="connsiteX52" fmla="*/ 1219232 w 2086777"/>
              <a:gd name="connsiteY52" fmla="*/ 0 h 6764"/>
              <a:gd name="connsiteX53" fmla="*/ 1242704 w 2086777"/>
              <a:gd name="connsiteY53" fmla="*/ 0 h 6764"/>
              <a:gd name="connsiteX54" fmla="*/ 1266177 w 2086777"/>
              <a:gd name="connsiteY54" fmla="*/ 0 h 6764"/>
              <a:gd name="connsiteX55" fmla="*/ 1289582 w 2086777"/>
              <a:gd name="connsiteY55" fmla="*/ 0 h 6764"/>
              <a:gd name="connsiteX56" fmla="*/ 1313055 w 2086777"/>
              <a:gd name="connsiteY56" fmla="*/ 0 h 6764"/>
              <a:gd name="connsiteX57" fmla="*/ 1336528 w 2086777"/>
              <a:gd name="connsiteY57" fmla="*/ 0 h 6764"/>
              <a:gd name="connsiteX58" fmla="*/ 1359934 w 2086777"/>
              <a:gd name="connsiteY58" fmla="*/ 0 h 6764"/>
              <a:gd name="connsiteX59" fmla="*/ 1383406 w 2086777"/>
              <a:gd name="connsiteY59" fmla="*/ 0 h 6764"/>
              <a:gd name="connsiteX60" fmla="*/ 1406811 w 2086777"/>
              <a:gd name="connsiteY60" fmla="*/ 0 h 6764"/>
              <a:gd name="connsiteX61" fmla="*/ 1430284 w 2086777"/>
              <a:gd name="connsiteY61" fmla="*/ 0 h 6764"/>
              <a:gd name="connsiteX62" fmla="*/ 1453757 w 2086777"/>
              <a:gd name="connsiteY62" fmla="*/ 0 h 6764"/>
              <a:gd name="connsiteX63" fmla="*/ 1477162 w 2086777"/>
              <a:gd name="connsiteY63" fmla="*/ 0 h 6764"/>
              <a:gd name="connsiteX64" fmla="*/ 1500634 w 2086777"/>
              <a:gd name="connsiteY64" fmla="*/ 0 h 6764"/>
              <a:gd name="connsiteX65" fmla="*/ 1524107 w 2086777"/>
              <a:gd name="connsiteY65" fmla="*/ 0 h 6764"/>
              <a:gd name="connsiteX66" fmla="*/ 1547513 w 2086777"/>
              <a:gd name="connsiteY66" fmla="*/ 0 h 6764"/>
              <a:gd name="connsiteX67" fmla="*/ 1570985 w 2086777"/>
              <a:gd name="connsiteY67" fmla="*/ 0 h 6764"/>
              <a:gd name="connsiteX68" fmla="*/ 1594390 w 2086777"/>
              <a:gd name="connsiteY68" fmla="*/ 0 h 6764"/>
              <a:gd name="connsiteX69" fmla="*/ 1617863 w 2086777"/>
              <a:gd name="connsiteY69" fmla="*/ 0 h 6764"/>
              <a:gd name="connsiteX70" fmla="*/ 1641336 w 2086777"/>
              <a:gd name="connsiteY70" fmla="*/ 0 h 6764"/>
              <a:gd name="connsiteX71" fmla="*/ 1664741 w 2086777"/>
              <a:gd name="connsiteY71" fmla="*/ 0 h 6764"/>
              <a:gd name="connsiteX72" fmla="*/ 1688214 w 2086777"/>
              <a:gd name="connsiteY72" fmla="*/ 0 h 6764"/>
              <a:gd name="connsiteX73" fmla="*/ 1711687 w 2086777"/>
              <a:gd name="connsiteY73" fmla="*/ 0 h 6764"/>
              <a:gd name="connsiteX74" fmla="*/ 1735092 w 2086777"/>
              <a:gd name="connsiteY74" fmla="*/ 0 h 6764"/>
              <a:gd name="connsiteX75" fmla="*/ 1758565 w 2086777"/>
              <a:gd name="connsiteY75" fmla="*/ 0 h 6764"/>
              <a:gd name="connsiteX76" fmla="*/ 1781969 w 2086777"/>
              <a:gd name="connsiteY76" fmla="*/ 0 h 6764"/>
              <a:gd name="connsiteX77" fmla="*/ 1805443 w 2086777"/>
              <a:gd name="connsiteY77" fmla="*/ 0 h 6764"/>
              <a:gd name="connsiteX78" fmla="*/ 1828915 w 2086777"/>
              <a:gd name="connsiteY78" fmla="*/ 0 h 6764"/>
              <a:gd name="connsiteX79" fmla="*/ 1852320 w 2086777"/>
              <a:gd name="connsiteY79" fmla="*/ 0 h 6764"/>
              <a:gd name="connsiteX80" fmla="*/ 1875793 w 2086777"/>
              <a:gd name="connsiteY80" fmla="*/ 0 h 6764"/>
              <a:gd name="connsiteX81" fmla="*/ 1899199 w 2086777"/>
              <a:gd name="connsiteY81" fmla="*/ 0 h 6764"/>
              <a:gd name="connsiteX82" fmla="*/ 1922671 w 2086777"/>
              <a:gd name="connsiteY82" fmla="*/ 0 h 6764"/>
              <a:gd name="connsiteX83" fmla="*/ 1946144 w 2086777"/>
              <a:gd name="connsiteY83" fmla="*/ 0 h 6764"/>
              <a:gd name="connsiteX84" fmla="*/ 1969549 w 2086777"/>
              <a:gd name="connsiteY84" fmla="*/ 0 h 6764"/>
              <a:gd name="connsiteX85" fmla="*/ 1993022 w 2086777"/>
              <a:gd name="connsiteY85" fmla="*/ 0 h 6764"/>
              <a:gd name="connsiteX86" fmla="*/ 2016495 w 2086777"/>
              <a:gd name="connsiteY86" fmla="*/ 0 h 6764"/>
              <a:gd name="connsiteX87" fmla="*/ 2039899 w 2086777"/>
              <a:gd name="connsiteY87" fmla="*/ 0 h 6764"/>
              <a:gd name="connsiteX88" fmla="*/ 2063373 w 2086777"/>
              <a:gd name="connsiteY88" fmla="*/ 0 h 6764"/>
              <a:gd name="connsiteX89" fmla="*/ 2086778 w 2086777"/>
              <a:gd name="connsiteY89" fmla="*/ 0 h 6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086777" h="6764">
                <a:moveTo>
                  <a:pt x="0" y="0"/>
                </a:moveTo>
                <a:lnTo>
                  <a:pt x="23446" y="0"/>
                </a:lnTo>
                <a:lnTo>
                  <a:pt x="46898" y="0"/>
                </a:lnTo>
                <a:lnTo>
                  <a:pt x="70344" y="0"/>
                </a:lnTo>
                <a:lnTo>
                  <a:pt x="93790" y="0"/>
                </a:lnTo>
                <a:lnTo>
                  <a:pt x="117235" y="0"/>
                </a:lnTo>
                <a:lnTo>
                  <a:pt x="140681" y="0"/>
                </a:lnTo>
                <a:lnTo>
                  <a:pt x="164133" y="0"/>
                </a:lnTo>
                <a:lnTo>
                  <a:pt x="187579" y="0"/>
                </a:lnTo>
                <a:lnTo>
                  <a:pt x="211025" y="0"/>
                </a:lnTo>
                <a:lnTo>
                  <a:pt x="234471" y="0"/>
                </a:lnTo>
                <a:lnTo>
                  <a:pt x="257923" y="0"/>
                </a:lnTo>
                <a:lnTo>
                  <a:pt x="281369" y="0"/>
                </a:lnTo>
                <a:lnTo>
                  <a:pt x="304815" y="0"/>
                </a:lnTo>
                <a:lnTo>
                  <a:pt x="328260" y="0"/>
                </a:lnTo>
                <a:lnTo>
                  <a:pt x="351713" y="0"/>
                </a:lnTo>
                <a:lnTo>
                  <a:pt x="375158" y="0"/>
                </a:lnTo>
                <a:lnTo>
                  <a:pt x="398604" y="0"/>
                </a:lnTo>
                <a:lnTo>
                  <a:pt x="422050" y="0"/>
                </a:lnTo>
                <a:lnTo>
                  <a:pt x="445496" y="0"/>
                </a:lnTo>
                <a:lnTo>
                  <a:pt x="468948" y="0"/>
                </a:lnTo>
                <a:lnTo>
                  <a:pt x="492394" y="0"/>
                </a:lnTo>
                <a:lnTo>
                  <a:pt x="515840" y="0"/>
                </a:lnTo>
                <a:lnTo>
                  <a:pt x="539285" y="0"/>
                </a:lnTo>
                <a:lnTo>
                  <a:pt x="562738" y="0"/>
                </a:lnTo>
                <a:lnTo>
                  <a:pt x="586184" y="0"/>
                </a:lnTo>
                <a:lnTo>
                  <a:pt x="609630" y="0"/>
                </a:lnTo>
                <a:lnTo>
                  <a:pt x="633075" y="0"/>
                </a:lnTo>
                <a:lnTo>
                  <a:pt x="656528" y="0"/>
                </a:lnTo>
                <a:lnTo>
                  <a:pt x="679973" y="0"/>
                </a:lnTo>
                <a:lnTo>
                  <a:pt x="703419" y="0"/>
                </a:lnTo>
                <a:lnTo>
                  <a:pt x="726865" y="0"/>
                </a:lnTo>
                <a:lnTo>
                  <a:pt x="750317" y="0"/>
                </a:lnTo>
                <a:lnTo>
                  <a:pt x="773763" y="0"/>
                </a:lnTo>
                <a:lnTo>
                  <a:pt x="797209" y="0"/>
                </a:lnTo>
                <a:lnTo>
                  <a:pt x="820654" y="0"/>
                </a:lnTo>
                <a:lnTo>
                  <a:pt x="844100" y="0"/>
                </a:lnTo>
                <a:lnTo>
                  <a:pt x="867553" y="0"/>
                </a:lnTo>
                <a:lnTo>
                  <a:pt x="890998" y="0"/>
                </a:lnTo>
                <a:lnTo>
                  <a:pt x="914444" y="0"/>
                </a:lnTo>
                <a:lnTo>
                  <a:pt x="937890" y="0"/>
                </a:lnTo>
                <a:lnTo>
                  <a:pt x="961342" y="0"/>
                </a:lnTo>
                <a:lnTo>
                  <a:pt x="984788" y="0"/>
                </a:lnTo>
                <a:lnTo>
                  <a:pt x="1008234" y="0"/>
                </a:lnTo>
                <a:lnTo>
                  <a:pt x="1031679" y="0"/>
                </a:lnTo>
                <a:lnTo>
                  <a:pt x="1055132" y="0"/>
                </a:lnTo>
                <a:lnTo>
                  <a:pt x="1078578" y="0"/>
                </a:lnTo>
                <a:lnTo>
                  <a:pt x="1102023" y="0"/>
                </a:lnTo>
                <a:lnTo>
                  <a:pt x="1125469" y="0"/>
                </a:lnTo>
                <a:lnTo>
                  <a:pt x="1148915" y="0"/>
                </a:lnTo>
                <a:lnTo>
                  <a:pt x="1172367" y="0"/>
                </a:lnTo>
                <a:lnTo>
                  <a:pt x="1195827" y="0"/>
                </a:lnTo>
                <a:lnTo>
                  <a:pt x="1219232" y="0"/>
                </a:lnTo>
                <a:lnTo>
                  <a:pt x="1242704" y="0"/>
                </a:lnTo>
                <a:lnTo>
                  <a:pt x="1266177" y="0"/>
                </a:lnTo>
                <a:lnTo>
                  <a:pt x="1289582" y="0"/>
                </a:lnTo>
                <a:lnTo>
                  <a:pt x="1313055" y="0"/>
                </a:lnTo>
                <a:lnTo>
                  <a:pt x="1336528" y="0"/>
                </a:lnTo>
                <a:lnTo>
                  <a:pt x="1359934" y="0"/>
                </a:lnTo>
                <a:lnTo>
                  <a:pt x="1383406" y="0"/>
                </a:lnTo>
                <a:lnTo>
                  <a:pt x="1406811" y="0"/>
                </a:lnTo>
                <a:lnTo>
                  <a:pt x="1430284" y="0"/>
                </a:lnTo>
                <a:lnTo>
                  <a:pt x="1453757" y="0"/>
                </a:lnTo>
                <a:lnTo>
                  <a:pt x="1477162" y="0"/>
                </a:lnTo>
                <a:lnTo>
                  <a:pt x="1500634" y="0"/>
                </a:lnTo>
                <a:lnTo>
                  <a:pt x="1524107" y="0"/>
                </a:lnTo>
                <a:lnTo>
                  <a:pt x="1547513" y="0"/>
                </a:lnTo>
                <a:lnTo>
                  <a:pt x="1570985" y="0"/>
                </a:lnTo>
                <a:lnTo>
                  <a:pt x="1594390" y="0"/>
                </a:lnTo>
                <a:lnTo>
                  <a:pt x="1617863" y="0"/>
                </a:lnTo>
                <a:lnTo>
                  <a:pt x="1641336" y="0"/>
                </a:lnTo>
                <a:lnTo>
                  <a:pt x="1664741" y="0"/>
                </a:lnTo>
                <a:lnTo>
                  <a:pt x="1688214" y="0"/>
                </a:lnTo>
                <a:lnTo>
                  <a:pt x="1711687" y="0"/>
                </a:lnTo>
                <a:lnTo>
                  <a:pt x="1735092" y="0"/>
                </a:lnTo>
                <a:lnTo>
                  <a:pt x="1758565" y="0"/>
                </a:lnTo>
                <a:lnTo>
                  <a:pt x="1781969" y="0"/>
                </a:lnTo>
                <a:lnTo>
                  <a:pt x="1805443" y="0"/>
                </a:lnTo>
                <a:lnTo>
                  <a:pt x="1828915" y="0"/>
                </a:lnTo>
                <a:lnTo>
                  <a:pt x="1852320" y="0"/>
                </a:lnTo>
                <a:lnTo>
                  <a:pt x="1875793" y="0"/>
                </a:lnTo>
                <a:lnTo>
                  <a:pt x="1899199" y="0"/>
                </a:lnTo>
                <a:lnTo>
                  <a:pt x="1922671" y="0"/>
                </a:lnTo>
                <a:lnTo>
                  <a:pt x="1946144" y="0"/>
                </a:lnTo>
                <a:lnTo>
                  <a:pt x="1969549" y="0"/>
                </a:lnTo>
                <a:lnTo>
                  <a:pt x="1993022" y="0"/>
                </a:lnTo>
                <a:lnTo>
                  <a:pt x="2016495" y="0"/>
                </a:lnTo>
                <a:lnTo>
                  <a:pt x="2039899" y="0"/>
                </a:lnTo>
                <a:lnTo>
                  <a:pt x="2063373" y="0"/>
                </a:lnTo>
                <a:lnTo>
                  <a:pt x="2086778" y="0"/>
                </a:lnTo>
              </a:path>
            </a:pathLst>
          </a:custGeom>
          <a:noFill/>
          <a:ln w="25400" cap="sq">
            <a:solidFill>
              <a:srgbClr val="1F77B4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162A692D-C9F7-9C12-123F-BE5002A9322D}"/>
              </a:ext>
            </a:extLst>
          </p:cNvPr>
          <p:cNvSpPr/>
          <p:nvPr/>
        </p:nvSpPr>
        <p:spPr>
          <a:xfrm>
            <a:off x="6575276" y="1384077"/>
            <a:ext cx="2286000" cy="2286000"/>
          </a:xfrm>
          <a:prstGeom prst="rect">
            <a:avLst/>
          </a:prstGeom>
          <a:noFill/>
          <a:ln w="12700"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7CA920D6-BE52-76C9-3294-98F0AB6A466D}"/>
              </a:ext>
            </a:extLst>
          </p:cNvPr>
          <p:cNvGrpSpPr/>
          <p:nvPr/>
        </p:nvGrpSpPr>
        <p:grpSpPr>
          <a:xfrm>
            <a:off x="8807543" y="1479362"/>
            <a:ext cx="53733" cy="2075688"/>
            <a:chOff x="4558213" y="752852"/>
            <a:chExt cx="53733" cy="2071174"/>
          </a:xfrm>
        </p:grpSpPr>
        <p:sp>
          <p:nvSpPr>
            <p:cNvPr id="348" name="Freeform 347">
              <a:extLst>
                <a:ext uri="{FF2B5EF4-FFF2-40B4-BE49-F238E27FC236}">
                  <a16:creationId xmlns:a16="http://schemas.microsoft.com/office/drawing/2014/main" id="{2ADA79DE-7544-3BD2-1737-55228483EF76}"/>
                </a:ext>
              </a:extLst>
            </p:cNvPr>
            <p:cNvSpPr/>
            <p:nvPr/>
          </p:nvSpPr>
          <p:spPr>
            <a:xfrm>
              <a:off x="4558213" y="2824026"/>
              <a:ext cx="53733" cy="0"/>
            </a:xfrm>
            <a:custGeom>
              <a:avLst/>
              <a:gdLst>
                <a:gd name="connsiteX0" fmla="*/ 808 w 54115"/>
                <a:gd name="connsiteY0" fmla="*/ 299 h 6764"/>
                <a:gd name="connsiteX1" fmla="*/ 54924 w 54115"/>
                <a:gd name="connsiteY1" fmla="*/ 299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08" y="299"/>
                  </a:moveTo>
                  <a:lnTo>
                    <a:pt x="54924" y="299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 348">
              <a:extLst>
                <a:ext uri="{FF2B5EF4-FFF2-40B4-BE49-F238E27FC236}">
                  <a16:creationId xmlns:a16="http://schemas.microsoft.com/office/drawing/2014/main" id="{E4287387-393A-765E-2E58-BF30A9AC6807}"/>
                </a:ext>
              </a:extLst>
            </p:cNvPr>
            <p:cNvSpPr/>
            <p:nvPr/>
          </p:nvSpPr>
          <p:spPr>
            <a:xfrm>
              <a:off x="4558213" y="2478833"/>
              <a:ext cx="53733" cy="0"/>
            </a:xfrm>
            <a:custGeom>
              <a:avLst/>
              <a:gdLst>
                <a:gd name="connsiteX0" fmla="*/ 808 w 54115"/>
                <a:gd name="connsiteY0" fmla="*/ 254 h 6764"/>
                <a:gd name="connsiteX1" fmla="*/ 54924 w 54115"/>
                <a:gd name="connsiteY1" fmla="*/ 254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08" y="254"/>
                  </a:moveTo>
                  <a:lnTo>
                    <a:pt x="54924" y="254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 349">
              <a:extLst>
                <a:ext uri="{FF2B5EF4-FFF2-40B4-BE49-F238E27FC236}">
                  <a16:creationId xmlns:a16="http://schemas.microsoft.com/office/drawing/2014/main" id="{047E9E71-1619-95D4-94B7-9B893A7E927A}"/>
                </a:ext>
              </a:extLst>
            </p:cNvPr>
            <p:cNvSpPr/>
            <p:nvPr/>
          </p:nvSpPr>
          <p:spPr>
            <a:xfrm>
              <a:off x="4558213" y="2133634"/>
              <a:ext cx="53733" cy="0"/>
            </a:xfrm>
            <a:custGeom>
              <a:avLst/>
              <a:gdLst>
                <a:gd name="connsiteX0" fmla="*/ 808 w 54115"/>
                <a:gd name="connsiteY0" fmla="*/ 209 h 6764"/>
                <a:gd name="connsiteX1" fmla="*/ 54924 w 54115"/>
                <a:gd name="connsiteY1" fmla="*/ 209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08" y="209"/>
                  </a:moveTo>
                  <a:lnTo>
                    <a:pt x="54924" y="209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 350">
              <a:extLst>
                <a:ext uri="{FF2B5EF4-FFF2-40B4-BE49-F238E27FC236}">
                  <a16:creationId xmlns:a16="http://schemas.microsoft.com/office/drawing/2014/main" id="{BD48F0BF-4D29-F693-CC27-7E04EF2C4F2F}"/>
                </a:ext>
              </a:extLst>
            </p:cNvPr>
            <p:cNvSpPr/>
            <p:nvPr/>
          </p:nvSpPr>
          <p:spPr>
            <a:xfrm>
              <a:off x="4558213" y="1788441"/>
              <a:ext cx="53733" cy="0"/>
            </a:xfrm>
            <a:custGeom>
              <a:avLst/>
              <a:gdLst>
                <a:gd name="connsiteX0" fmla="*/ 808 w 54115"/>
                <a:gd name="connsiteY0" fmla="*/ 164 h 6764"/>
                <a:gd name="connsiteX1" fmla="*/ 54924 w 54115"/>
                <a:gd name="connsiteY1" fmla="*/ 164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08" y="164"/>
                  </a:moveTo>
                  <a:lnTo>
                    <a:pt x="54924" y="164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 351">
              <a:extLst>
                <a:ext uri="{FF2B5EF4-FFF2-40B4-BE49-F238E27FC236}">
                  <a16:creationId xmlns:a16="http://schemas.microsoft.com/office/drawing/2014/main" id="{29A82526-A7D6-0195-8AD0-85EE631BBA07}"/>
                </a:ext>
              </a:extLst>
            </p:cNvPr>
            <p:cNvSpPr/>
            <p:nvPr/>
          </p:nvSpPr>
          <p:spPr>
            <a:xfrm>
              <a:off x="4558213" y="1443240"/>
              <a:ext cx="53733" cy="0"/>
            </a:xfrm>
            <a:custGeom>
              <a:avLst/>
              <a:gdLst>
                <a:gd name="connsiteX0" fmla="*/ 808 w 54115"/>
                <a:gd name="connsiteY0" fmla="*/ 120 h 6764"/>
                <a:gd name="connsiteX1" fmla="*/ 54924 w 54115"/>
                <a:gd name="connsiteY1" fmla="*/ 120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08" y="120"/>
                  </a:moveTo>
                  <a:lnTo>
                    <a:pt x="54924" y="12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 352">
              <a:extLst>
                <a:ext uri="{FF2B5EF4-FFF2-40B4-BE49-F238E27FC236}">
                  <a16:creationId xmlns:a16="http://schemas.microsoft.com/office/drawing/2014/main" id="{653C6D88-ECF1-E30D-C6F8-2255CB2D2CA4}"/>
                </a:ext>
              </a:extLst>
            </p:cNvPr>
            <p:cNvSpPr/>
            <p:nvPr/>
          </p:nvSpPr>
          <p:spPr>
            <a:xfrm>
              <a:off x="4558213" y="1098047"/>
              <a:ext cx="53733" cy="0"/>
            </a:xfrm>
            <a:custGeom>
              <a:avLst/>
              <a:gdLst>
                <a:gd name="connsiteX0" fmla="*/ 808 w 54115"/>
                <a:gd name="connsiteY0" fmla="*/ 75 h 6764"/>
                <a:gd name="connsiteX1" fmla="*/ 54924 w 54115"/>
                <a:gd name="connsiteY1" fmla="*/ 75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08" y="75"/>
                  </a:moveTo>
                  <a:lnTo>
                    <a:pt x="54924" y="75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 353">
              <a:extLst>
                <a:ext uri="{FF2B5EF4-FFF2-40B4-BE49-F238E27FC236}">
                  <a16:creationId xmlns:a16="http://schemas.microsoft.com/office/drawing/2014/main" id="{8CEB6042-763B-A5F5-A634-EDBC1348C507}"/>
                </a:ext>
              </a:extLst>
            </p:cNvPr>
            <p:cNvSpPr/>
            <p:nvPr/>
          </p:nvSpPr>
          <p:spPr>
            <a:xfrm>
              <a:off x="4558213" y="752852"/>
              <a:ext cx="53733" cy="0"/>
            </a:xfrm>
            <a:custGeom>
              <a:avLst/>
              <a:gdLst>
                <a:gd name="connsiteX0" fmla="*/ 808 w 54115"/>
                <a:gd name="connsiteY0" fmla="*/ 30 h 6764"/>
                <a:gd name="connsiteX1" fmla="*/ 54924 w 54115"/>
                <a:gd name="connsiteY1" fmla="*/ 30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08" y="30"/>
                  </a:moveTo>
                  <a:lnTo>
                    <a:pt x="54924" y="3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769693DC-6466-56FC-B5CF-5921A30A1E2D}"/>
              </a:ext>
            </a:extLst>
          </p:cNvPr>
          <p:cNvGrpSpPr/>
          <p:nvPr/>
        </p:nvGrpSpPr>
        <p:grpSpPr>
          <a:xfrm>
            <a:off x="6911702" y="1384077"/>
            <a:ext cx="1862533" cy="54864"/>
            <a:chOff x="4894633" y="2865949"/>
            <a:chExt cx="1862533" cy="54864"/>
          </a:xfrm>
        </p:grpSpPr>
        <p:sp>
          <p:nvSpPr>
            <p:cNvPr id="343" name="Freeform 342">
              <a:extLst>
                <a:ext uri="{FF2B5EF4-FFF2-40B4-BE49-F238E27FC236}">
                  <a16:creationId xmlns:a16="http://schemas.microsoft.com/office/drawing/2014/main" id="{9942B711-0C11-7F46-0F18-B4BC80A8237A}"/>
                </a:ext>
              </a:extLst>
            </p:cNvPr>
            <p:cNvSpPr/>
            <p:nvPr/>
          </p:nvSpPr>
          <p:spPr>
            <a:xfrm>
              <a:off x="4894633" y="2865949"/>
              <a:ext cx="0" cy="54864"/>
            </a:xfrm>
            <a:custGeom>
              <a:avLst/>
              <a:gdLst>
                <a:gd name="connsiteX0" fmla="*/ 858 w 6764"/>
                <a:gd name="connsiteY0" fmla="*/ 54428 h 54115"/>
                <a:gd name="connsiteX1" fmla="*/ 858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858" y="54428"/>
                  </a:moveTo>
                  <a:lnTo>
                    <a:pt x="858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 343">
              <a:extLst>
                <a:ext uri="{FF2B5EF4-FFF2-40B4-BE49-F238E27FC236}">
                  <a16:creationId xmlns:a16="http://schemas.microsoft.com/office/drawing/2014/main" id="{8E17CC4E-D864-ADB8-EE94-EBAEED0D05B2}"/>
                </a:ext>
              </a:extLst>
            </p:cNvPr>
            <p:cNvSpPr/>
            <p:nvPr/>
          </p:nvSpPr>
          <p:spPr>
            <a:xfrm>
              <a:off x="5360269" y="2865949"/>
              <a:ext cx="0" cy="54864"/>
            </a:xfrm>
            <a:custGeom>
              <a:avLst/>
              <a:gdLst>
                <a:gd name="connsiteX0" fmla="*/ 928 w 6764"/>
                <a:gd name="connsiteY0" fmla="*/ 54428 h 54115"/>
                <a:gd name="connsiteX1" fmla="*/ 928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928" y="54428"/>
                  </a:moveTo>
                  <a:lnTo>
                    <a:pt x="928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 344">
              <a:extLst>
                <a:ext uri="{FF2B5EF4-FFF2-40B4-BE49-F238E27FC236}">
                  <a16:creationId xmlns:a16="http://schemas.microsoft.com/office/drawing/2014/main" id="{F3D21DCD-0B34-2990-63DB-6A229940A7BA}"/>
                </a:ext>
              </a:extLst>
            </p:cNvPr>
            <p:cNvSpPr/>
            <p:nvPr/>
          </p:nvSpPr>
          <p:spPr>
            <a:xfrm>
              <a:off x="5825906" y="2865949"/>
              <a:ext cx="0" cy="54864"/>
            </a:xfrm>
            <a:custGeom>
              <a:avLst/>
              <a:gdLst>
                <a:gd name="connsiteX0" fmla="*/ 997 w 6764"/>
                <a:gd name="connsiteY0" fmla="*/ 54428 h 54115"/>
                <a:gd name="connsiteX1" fmla="*/ 997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997" y="54428"/>
                  </a:moveTo>
                  <a:lnTo>
                    <a:pt x="997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 345">
              <a:extLst>
                <a:ext uri="{FF2B5EF4-FFF2-40B4-BE49-F238E27FC236}">
                  <a16:creationId xmlns:a16="http://schemas.microsoft.com/office/drawing/2014/main" id="{6A3DEAAD-919A-2FE9-4091-D7608E852D06}"/>
                </a:ext>
              </a:extLst>
            </p:cNvPr>
            <p:cNvSpPr/>
            <p:nvPr/>
          </p:nvSpPr>
          <p:spPr>
            <a:xfrm>
              <a:off x="6291563" y="2865949"/>
              <a:ext cx="0" cy="54864"/>
            </a:xfrm>
            <a:custGeom>
              <a:avLst/>
              <a:gdLst>
                <a:gd name="connsiteX0" fmla="*/ 1066 w 6764"/>
                <a:gd name="connsiteY0" fmla="*/ 54428 h 54115"/>
                <a:gd name="connsiteX1" fmla="*/ 1066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1066" y="54428"/>
                  </a:moveTo>
                  <a:lnTo>
                    <a:pt x="1066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 346">
              <a:extLst>
                <a:ext uri="{FF2B5EF4-FFF2-40B4-BE49-F238E27FC236}">
                  <a16:creationId xmlns:a16="http://schemas.microsoft.com/office/drawing/2014/main" id="{E6840B0B-385E-C42B-F036-B70DCEA24D3F}"/>
                </a:ext>
              </a:extLst>
            </p:cNvPr>
            <p:cNvSpPr/>
            <p:nvPr/>
          </p:nvSpPr>
          <p:spPr>
            <a:xfrm>
              <a:off x="6757166" y="2865949"/>
              <a:ext cx="0" cy="54864"/>
            </a:xfrm>
            <a:custGeom>
              <a:avLst/>
              <a:gdLst>
                <a:gd name="connsiteX0" fmla="*/ 1135 w 6764"/>
                <a:gd name="connsiteY0" fmla="*/ 54428 h 54115"/>
                <a:gd name="connsiteX1" fmla="*/ 1135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1135" y="54428"/>
                  </a:moveTo>
                  <a:lnTo>
                    <a:pt x="1135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5CCAF356-8B59-B463-D83D-34D5BC278698}"/>
              </a:ext>
            </a:extLst>
          </p:cNvPr>
          <p:cNvGrpSpPr/>
          <p:nvPr/>
        </p:nvGrpSpPr>
        <p:grpSpPr>
          <a:xfrm>
            <a:off x="6911696" y="3600733"/>
            <a:ext cx="1862533" cy="54864"/>
            <a:chOff x="4894633" y="2865949"/>
            <a:chExt cx="1862533" cy="54864"/>
          </a:xfrm>
        </p:grpSpPr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F48046AD-7498-9F1A-1EA6-54C4B27F43DB}"/>
                </a:ext>
              </a:extLst>
            </p:cNvPr>
            <p:cNvSpPr/>
            <p:nvPr/>
          </p:nvSpPr>
          <p:spPr>
            <a:xfrm>
              <a:off x="4894633" y="2865949"/>
              <a:ext cx="0" cy="54864"/>
            </a:xfrm>
            <a:custGeom>
              <a:avLst/>
              <a:gdLst>
                <a:gd name="connsiteX0" fmla="*/ 858 w 6764"/>
                <a:gd name="connsiteY0" fmla="*/ 54428 h 54115"/>
                <a:gd name="connsiteX1" fmla="*/ 858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858" y="54428"/>
                  </a:moveTo>
                  <a:lnTo>
                    <a:pt x="858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 331">
              <a:extLst>
                <a:ext uri="{FF2B5EF4-FFF2-40B4-BE49-F238E27FC236}">
                  <a16:creationId xmlns:a16="http://schemas.microsoft.com/office/drawing/2014/main" id="{CDEEB9FF-FD0C-8A23-8390-E80C5065EEE5}"/>
                </a:ext>
              </a:extLst>
            </p:cNvPr>
            <p:cNvSpPr/>
            <p:nvPr/>
          </p:nvSpPr>
          <p:spPr>
            <a:xfrm>
              <a:off x="5360269" y="2865949"/>
              <a:ext cx="0" cy="54864"/>
            </a:xfrm>
            <a:custGeom>
              <a:avLst/>
              <a:gdLst>
                <a:gd name="connsiteX0" fmla="*/ 928 w 6764"/>
                <a:gd name="connsiteY0" fmla="*/ 54428 h 54115"/>
                <a:gd name="connsiteX1" fmla="*/ 928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928" y="54428"/>
                  </a:moveTo>
                  <a:lnTo>
                    <a:pt x="928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F4068447-B17E-D440-B7E7-042F6AF050FC}"/>
                </a:ext>
              </a:extLst>
            </p:cNvPr>
            <p:cNvSpPr/>
            <p:nvPr/>
          </p:nvSpPr>
          <p:spPr>
            <a:xfrm>
              <a:off x="5825906" y="2865949"/>
              <a:ext cx="0" cy="54864"/>
            </a:xfrm>
            <a:custGeom>
              <a:avLst/>
              <a:gdLst>
                <a:gd name="connsiteX0" fmla="*/ 997 w 6764"/>
                <a:gd name="connsiteY0" fmla="*/ 54428 h 54115"/>
                <a:gd name="connsiteX1" fmla="*/ 997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997" y="54428"/>
                  </a:moveTo>
                  <a:lnTo>
                    <a:pt x="997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 333">
              <a:extLst>
                <a:ext uri="{FF2B5EF4-FFF2-40B4-BE49-F238E27FC236}">
                  <a16:creationId xmlns:a16="http://schemas.microsoft.com/office/drawing/2014/main" id="{F7715169-44C8-D683-10DD-5A1A21305602}"/>
                </a:ext>
              </a:extLst>
            </p:cNvPr>
            <p:cNvSpPr/>
            <p:nvPr/>
          </p:nvSpPr>
          <p:spPr>
            <a:xfrm>
              <a:off x="6291563" y="2865949"/>
              <a:ext cx="0" cy="54864"/>
            </a:xfrm>
            <a:custGeom>
              <a:avLst/>
              <a:gdLst>
                <a:gd name="connsiteX0" fmla="*/ 1066 w 6764"/>
                <a:gd name="connsiteY0" fmla="*/ 54428 h 54115"/>
                <a:gd name="connsiteX1" fmla="*/ 1066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1066" y="54428"/>
                  </a:moveTo>
                  <a:lnTo>
                    <a:pt x="1066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 334">
              <a:extLst>
                <a:ext uri="{FF2B5EF4-FFF2-40B4-BE49-F238E27FC236}">
                  <a16:creationId xmlns:a16="http://schemas.microsoft.com/office/drawing/2014/main" id="{4279E3AE-1EAE-1050-575A-FD376237FFAC}"/>
                </a:ext>
              </a:extLst>
            </p:cNvPr>
            <p:cNvSpPr/>
            <p:nvPr/>
          </p:nvSpPr>
          <p:spPr>
            <a:xfrm>
              <a:off x="6757166" y="2865949"/>
              <a:ext cx="0" cy="54864"/>
            </a:xfrm>
            <a:custGeom>
              <a:avLst/>
              <a:gdLst>
                <a:gd name="connsiteX0" fmla="*/ 1135 w 6764"/>
                <a:gd name="connsiteY0" fmla="*/ 54428 h 54115"/>
                <a:gd name="connsiteX1" fmla="*/ 1135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1135" y="54428"/>
                  </a:moveTo>
                  <a:lnTo>
                    <a:pt x="1135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01923A0B-F8D3-E07B-00EA-CA4D48E2F0C2}"/>
              </a:ext>
            </a:extLst>
          </p:cNvPr>
          <p:cNvGrpSpPr/>
          <p:nvPr/>
        </p:nvGrpSpPr>
        <p:grpSpPr>
          <a:xfrm>
            <a:off x="6734384" y="3633770"/>
            <a:ext cx="2216366" cy="276999"/>
            <a:chOff x="4717321" y="2912559"/>
            <a:chExt cx="2216366" cy="276999"/>
          </a:xfrm>
        </p:grpSpPr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E4AEBDD4-149C-3707-C4E0-B9E71BFEB019}"/>
                </a:ext>
              </a:extLst>
            </p:cNvPr>
            <p:cNvSpPr txBox="1"/>
            <p:nvPr/>
          </p:nvSpPr>
          <p:spPr>
            <a:xfrm>
              <a:off x="4717321" y="2912559"/>
              <a:ext cx="35458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 dirty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10</a:t>
              </a:r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4288293A-743E-4FBD-D498-F64E55CBAED7}"/>
                </a:ext>
              </a:extLst>
            </p:cNvPr>
            <p:cNvSpPr txBox="1"/>
            <p:nvPr/>
          </p:nvSpPr>
          <p:spPr>
            <a:xfrm>
              <a:off x="5182923" y="2912559"/>
              <a:ext cx="35458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 dirty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20</a:t>
              </a: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3A56286E-FEE4-4A38-6E68-2A531AF8B77A}"/>
                </a:ext>
              </a:extLst>
            </p:cNvPr>
            <p:cNvSpPr txBox="1"/>
            <p:nvPr/>
          </p:nvSpPr>
          <p:spPr>
            <a:xfrm>
              <a:off x="5648525" y="2912559"/>
              <a:ext cx="35458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30</a:t>
              </a:r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E22FF455-864B-9A1E-7B19-AF5948CDC21C}"/>
                </a:ext>
              </a:extLst>
            </p:cNvPr>
            <p:cNvSpPr txBox="1"/>
            <p:nvPr/>
          </p:nvSpPr>
          <p:spPr>
            <a:xfrm>
              <a:off x="6114127" y="2912559"/>
              <a:ext cx="35458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40</a:t>
              </a:r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ACEE7769-D31E-A9FB-75CF-94295616C4E2}"/>
                </a:ext>
              </a:extLst>
            </p:cNvPr>
            <p:cNvSpPr txBox="1"/>
            <p:nvPr/>
          </p:nvSpPr>
          <p:spPr>
            <a:xfrm>
              <a:off x="6579103" y="2912559"/>
              <a:ext cx="35458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 dirty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50</a:t>
              </a:r>
            </a:p>
          </p:txBody>
        </p:sp>
      </p:grpSp>
      <p:sp>
        <p:nvSpPr>
          <p:cNvPr id="375" name="TextBox 374">
            <a:extLst>
              <a:ext uri="{FF2B5EF4-FFF2-40B4-BE49-F238E27FC236}">
                <a16:creationId xmlns:a16="http://schemas.microsoft.com/office/drawing/2014/main" id="{4999EAD7-21A7-2263-D4CA-0E2F3066F589}"/>
              </a:ext>
            </a:extLst>
          </p:cNvPr>
          <p:cNvSpPr txBox="1"/>
          <p:nvPr/>
        </p:nvSpPr>
        <p:spPr>
          <a:xfrm>
            <a:off x="3470930" y="3782717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Time [s]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18D79A6B-10E9-C473-CB22-7B6722F50563}"/>
              </a:ext>
            </a:extLst>
          </p:cNvPr>
          <p:cNvSpPr txBox="1"/>
          <p:nvPr/>
        </p:nvSpPr>
        <p:spPr>
          <a:xfrm>
            <a:off x="6651150" y="3782717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Time [s]</a:t>
            </a:r>
          </a:p>
        </p:txBody>
      </p:sp>
      <p:grpSp>
        <p:nvGrpSpPr>
          <p:cNvPr id="377" name="Group 376">
            <a:extLst>
              <a:ext uri="{FF2B5EF4-FFF2-40B4-BE49-F238E27FC236}">
                <a16:creationId xmlns:a16="http://schemas.microsoft.com/office/drawing/2014/main" id="{4680715A-FC29-BD63-79A4-5C40CA551FE9}"/>
              </a:ext>
            </a:extLst>
          </p:cNvPr>
          <p:cNvGrpSpPr/>
          <p:nvPr/>
        </p:nvGrpSpPr>
        <p:grpSpPr>
          <a:xfrm>
            <a:off x="6575276" y="1487636"/>
            <a:ext cx="53733" cy="2075688"/>
            <a:chOff x="4558213" y="752852"/>
            <a:chExt cx="53733" cy="2071174"/>
          </a:xfrm>
        </p:grpSpPr>
        <p:sp>
          <p:nvSpPr>
            <p:cNvPr id="378" name="Freeform 377">
              <a:extLst>
                <a:ext uri="{FF2B5EF4-FFF2-40B4-BE49-F238E27FC236}">
                  <a16:creationId xmlns:a16="http://schemas.microsoft.com/office/drawing/2014/main" id="{1F6A6B84-1242-7199-2897-D68DED0EACAB}"/>
                </a:ext>
              </a:extLst>
            </p:cNvPr>
            <p:cNvSpPr/>
            <p:nvPr/>
          </p:nvSpPr>
          <p:spPr>
            <a:xfrm>
              <a:off x="4558213" y="2824026"/>
              <a:ext cx="53733" cy="0"/>
            </a:xfrm>
            <a:custGeom>
              <a:avLst/>
              <a:gdLst>
                <a:gd name="connsiteX0" fmla="*/ 808 w 54115"/>
                <a:gd name="connsiteY0" fmla="*/ 299 h 6764"/>
                <a:gd name="connsiteX1" fmla="*/ 54924 w 54115"/>
                <a:gd name="connsiteY1" fmla="*/ 299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08" y="299"/>
                  </a:moveTo>
                  <a:lnTo>
                    <a:pt x="54924" y="299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 378">
              <a:extLst>
                <a:ext uri="{FF2B5EF4-FFF2-40B4-BE49-F238E27FC236}">
                  <a16:creationId xmlns:a16="http://schemas.microsoft.com/office/drawing/2014/main" id="{6911AE96-DBC5-11C9-E2CF-5E16FA9DA2EE}"/>
                </a:ext>
              </a:extLst>
            </p:cNvPr>
            <p:cNvSpPr/>
            <p:nvPr/>
          </p:nvSpPr>
          <p:spPr>
            <a:xfrm>
              <a:off x="4558213" y="2478833"/>
              <a:ext cx="53733" cy="0"/>
            </a:xfrm>
            <a:custGeom>
              <a:avLst/>
              <a:gdLst>
                <a:gd name="connsiteX0" fmla="*/ 808 w 54115"/>
                <a:gd name="connsiteY0" fmla="*/ 254 h 6764"/>
                <a:gd name="connsiteX1" fmla="*/ 54924 w 54115"/>
                <a:gd name="connsiteY1" fmla="*/ 254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08" y="254"/>
                  </a:moveTo>
                  <a:lnTo>
                    <a:pt x="54924" y="254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 379">
              <a:extLst>
                <a:ext uri="{FF2B5EF4-FFF2-40B4-BE49-F238E27FC236}">
                  <a16:creationId xmlns:a16="http://schemas.microsoft.com/office/drawing/2014/main" id="{26C5F5AE-718D-3BB4-F329-67817A602A2E}"/>
                </a:ext>
              </a:extLst>
            </p:cNvPr>
            <p:cNvSpPr/>
            <p:nvPr/>
          </p:nvSpPr>
          <p:spPr>
            <a:xfrm>
              <a:off x="4558213" y="2133634"/>
              <a:ext cx="53733" cy="0"/>
            </a:xfrm>
            <a:custGeom>
              <a:avLst/>
              <a:gdLst>
                <a:gd name="connsiteX0" fmla="*/ 808 w 54115"/>
                <a:gd name="connsiteY0" fmla="*/ 209 h 6764"/>
                <a:gd name="connsiteX1" fmla="*/ 54924 w 54115"/>
                <a:gd name="connsiteY1" fmla="*/ 209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08" y="209"/>
                  </a:moveTo>
                  <a:lnTo>
                    <a:pt x="54924" y="209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 380">
              <a:extLst>
                <a:ext uri="{FF2B5EF4-FFF2-40B4-BE49-F238E27FC236}">
                  <a16:creationId xmlns:a16="http://schemas.microsoft.com/office/drawing/2014/main" id="{CAFE4A0C-94BD-A4A8-6116-BDB59820F33A}"/>
                </a:ext>
              </a:extLst>
            </p:cNvPr>
            <p:cNvSpPr/>
            <p:nvPr/>
          </p:nvSpPr>
          <p:spPr>
            <a:xfrm>
              <a:off x="4558213" y="1788441"/>
              <a:ext cx="53733" cy="0"/>
            </a:xfrm>
            <a:custGeom>
              <a:avLst/>
              <a:gdLst>
                <a:gd name="connsiteX0" fmla="*/ 808 w 54115"/>
                <a:gd name="connsiteY0" fmla="*/ 164 h 6764"/>
                <a:gd name="connsiteX1" fmla="*/ 54924 w 54115"/>
                <a:gd name="connsiteY1" fmla="*/ 164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08" y="164"/>
                  </a:moveTo>
                  <a:lnTo>
                    <a:pt x="54924" y="164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6D7205C1-6F78-7FD8-800B-B0B37EBAAD55}"/>
                </a:ext>
              </a:extLst>
            </p:cNvPr>
            <p:cNvSpPr/>
            <p:nvPr/>
          </p:nvSpPr>
          <p:spPr>
            <a:xfrm>
              <a:off x="4558213" y="1443240"/>
              <a:ext cx="53733" cy="0"/>
            </a:xfrm>
            <a:custGeom>
              <a:avLst/>
              <a:gdLst>
                <a:gd name="connsiteX0" fmla="*/ 808 w 54115"/>
                <a:gd name="connsiteY0" fmla="*/ 120 h 6764"/>
                <a:gd name="connsiteX1" fmla="*/ 54924 w 54115"/>
                <a:gd name="connsiteY1" fmla="*/ 120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08" y="120"/>
                  </a:moveTo>
                  <a:lnTo>
                    <a:pt x="54924" y="12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E58E876C-2C03-C4DE-7C6D-ADBC6C365CF1}"/>
                </a:ext>
              </a:extLst>
            </p:cNvPr>
            <p:cNvSpPr/>
            <p:nvPr/>
          </p:nvSpPr>
          <p:spPr>
            <a:xfrm>
              <a:off x="4558213" y="1098047"/>
              <a:ext cx="53733" cy="0"/>
            </a:xfrm>
            <a:custGeom>
              <a:avLst/>
              <a:gdLst>
                <a:gd name="connsiteX0" fmla="*/ 808 w 54115"/>
                <a:gd name="connsiteY0" fmla="*/ 75 h 6764"/>
                <a:gd name="connsiteX1" fmla="*/ 54924 w 54115"/>
                <a:gd name="connsiteY1" fmla="*/ 75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08" y="75"/>
                  </a:moveTo>
                  <a:lnTo>
                    <a:pt x="54924" y="75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 383">
              <a:extLst>
                <a:ext uri="{FF2B5EF4-FFF2-40B4-BE49-F238E27FC236}">
                  <a16:creationId xmlns:a16="http://schemas.microsoft.com/office/drawing/2014/main" id="{4B534619-40BD-FEB8-CCB9-25F2B3648334}"/>
                </a:ext>
              </a:extLst>
            </p:cNvPr>
            <p:cNvSpPr/>
            <p:nvPr/>
          </p:nvSpPr>
          <p:spPr>
            <a:xfrm>
              <a:off x="4558213" y="752852"/>
              <a:ext cx="53733" cy="0"/>
            </a:xfrm>
            <a:custGeom>
              <a:avLst/>
              <a:gdLst>
                <a:gd name="connsiteX0" fmla="*/ 808 w 54115"/>
                <a:gd name="connsiteY0" fmla="*/ 30 h 6764"/>
                <a:gd name="connsiteX1" fmla="*/ 54924 w 54115"/>
                <a:gd name="connsiteY1" fmla="*/ 30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08" y="30"/>
                  </a:moveTo>
                  <a:lnTo>
                    <a:pt x="54924" y="3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02D3E66C-3C6F-14A2-F3B5-1C0B4AB2A722}"/>
              </a:ext>
            </a:extLst>
          </p:cNvPr>
          <p:cNvGrpSpPr/>
          <p:nvPr/>
        </p:nvGrpSpPr>
        <p:grpSpPr>
          <a:xfrm>
            <a:off x="6193443" y="1353280"/>
            <a:ext cx="439544" cy="2348543"/>
            <a:chOff x="4010942" y="1438520"/>
            <a:chExt cx="439544" cy="2348543"/>
          </a:xfrm>
        </p:grpSpPr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518045D2-384F-A64F-3C0C-A16FE4BFBF6F}"/>
                </a:ext>
              </a:extLst>
            </p:cNvPr>
            <p:cNvSpPr txBox="1"/>
            <p:nvPr/>
          </p:nvSpPr>
          <p:spPr>
            <a:xfrm>
              <a:off x="4010942" y="3510064"/>
              <a:ext cx="43954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 dirty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285</a:t>
              </a: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284FBA67-DD9B-A7BE-89F6-121049B80EB7}"/>
                </a:ext>
              </a:extLst>
            </p:cNvPr>
            <p:cNvSpPr txBox="1"/>
            <p:nvPr/>
          </p:nvSpPr>
          <p:spPr>
            <a:xfrm>
              <a:off x="4010942" y="3164805"/>
              <a:ext cx="43954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 dirty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290</a:t>
              </a:r>
            </a:p>
          </p:txBody>
        </p: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2CE86C27-A69B-9EF1-8775-AC7FD297ED7C}"/>
                </a:ext>
              </a:extLst>
            </p:cNvPr>
            <p:cNvSpPr txBox="1"/>
            <p:nvPr/>
          </p:nvSpPr>
          <p:spPr>
            <a:xfrm>
              <a:off x="4010942" y="2819548"/>
              <a:ext cx="43954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295</a:t>
              </a: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4A5A601E-2943-D14E-275D-124DA76EE3C4}"/>
                </a:ext>
              </a:extLst>
            </p:cNvPr>
            <p:cNvSpPr txBox="1"/>
            <p:nvPr/>
          </p:nvSpPr>
          <p:spPr>
            <a:xfrm>
              <a:off x="4010942" y="2474291"/>
              <a:ext cx="43954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 dirty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300</a:t>
              </a:r>
            </a:p>
          </p:txBody>
        </p: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D67E42FD-7159-467B-1B2C-F9F36329DB0E}"/>
                </a:ext>
              </a:extLst>
            </p:cNvPr>
            <p:cNvSpPr txBox="1"/>
            <p:nvPr/>
          </p:nvSpPr>
          <p:spPr>
            <a:xfrm>
              <a:off x="4010942" y="2129034"/>
              <a:ext cx="43954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305</a:t>
              </a:r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D9894D66-0143-FC4F-3423-C2C4BC8F6D02}"/>
                </a:ext>
              </a:extLst>
            </p:cNvPr>
            <p:cNvSpPr txBox="1"/>
            <p:nvPr/>
          </p:nvSpPr>
          <p:spPr>
            <a:xfrm>
              <a:off x="4010942" y="1783777"/>
              <a:ext cx="43954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 dirty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310</a:t>
              </a:r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3220B768-0713-1AEF-948B-7A0375894E7E}"/>
                </a:ext>
              </a:extLst>
            </p:cNvPr>
            <p:cNvSpPr txBox="1"/>
            <p:nvPr/>
          </p:nvSpPr>
          <p:spPr>
            <a:xfrm>
              <a:off x="4010942" y="1438520"/>
              <a:ext cx="43954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 dirty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315</a:t>
              </a:r>
            </a:p>
          </p:txBody>
        </p:sp>
      </p:grp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F8A4AC8C-4E56-93DF-D96B-FAA5B79126C3}"/>
              </a:ext>
            </a:extLst>
          </p:cNvPr>
          <p:cNvGrpSpPr/>
          <p:nvPr/>
        </p:nvGrpSpPr>
        <p:grpSpPr>
          <a:xfrm>
            <a:off x="3111514" y="1293765"/>
            <a:ext cx="394569" cy="2333794"/>
            <a:chOff x="784964" y="1379005"/>
            <a:chExt cx="394569" cy="2333794"/>
          </a:xfrm>
        </p:grpSpPr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8417F87C-954A-9429-69D8-54DD90F54E89}"/>
                </a:ext>
              </a:extLst>
            </p:cNvPr>
            <p:cNvSpPr txBox="1"/>
            <p:nvPr/>
          </p:nvSpPr>
          <p:spPr>
            <a:xfrm>
              <a:off x="784964" y="1379005"/>
              <a:ext cx="39456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5.0</a:t>
              </a:r>
              <a:endParaRPr lang="en-US" sz="1200" dirty="0">
                <a:latin typeface="Helvetica Neue Light" panose="02000403000000020004" pitchFamily="2" charset="0"/>
                <a:ea typeface="Helvetica Neue Light" panose="02000403000000020004" pitchFamily="2" charset="0"/>
              </a:endParaRPr>
            </a:p>
          </p:txBody>
        </p:sp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48CEA2B1-C8B7-25D1-8050-3EE397BC524C}"/>
                </a:ext>
              </a:extLst>
            </p:cNvPr>
            <p:cNvSpPr txBox="1"/>
            <p:nvPr/>
          </p:nvSpPr>
          <p:spPr>
            <a:xfrm>
              <a:off x="784964" y="1893203"/>
              <a:ext cx="39456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4.0</a:t>
              </a:r>
              <a:endParaRPr lang="en-US" sz="1200" dirty="0">
                <a:latin typeface="Helvetica Neue Light" panose="02000403000000020004" pitchFamily="2" charset="0"/>
                <a:ea typeface="Helvetica Neue Light" panose="02000403000000020004" pitchFamily="2" charset="0"/>
              </a:endParaRPr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B7273C9A-21FC-58D5-1A0C-69D7990B974F}"/>
                </a:ext>
              </a:extLst>
            </p:cNvPr>
            <p:cNvSpPr txBox="1"/>
            <p:nvPr/>
          </p:nvSpPr>
          <p:spPr>
            <a:xfrm>
              <a:off x="784964" y="2407401"/>
              <a:ext cx="39456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3.0</a:t>
              </a:r>
            </a:p>
          </p:txBody>
        </p:sp>
        <p:sp>
          <p:nvSpPr>
            <p:cNvPr id="397" name="TextBox 396">
              <a:extLst>
                <a:ext uri="{FF2B5EF4-FFF2-40B4-BE49-F238E27FC236}">
                  <a16:creationId xmlns:a16="http://schemas.microsoft.com/office/drawing/2014/main" id="{7B4B0017-5D3B-CED2-39AD-B06E0766C47F}"/>
                </a:ext>
              </a:extLst>
            </p:cNvPr>
            <p:cNvSpPr txBox="1"/>
            <p:nvPr/>
          </p:nvSpPr>
          <p:spPr>
            <a:xfrm>
              <a:off x="784964" y="2664500"/>
              <a:ext cx="39456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2.5</a:t>
              </a:r>
              <a:endParaRPr lang="en-US" sz="1200" dirty="0">
                <a:latin typeface="Helvetica Neue Light" panose="02000403000000020004" pitchFamily="2" charset="0"/>
                <a:ea typeface="Helvetica Neue Light" panose="02000403000000020004" pitchFamily="2" charset="0"/>
              </a:endParaRPr>
            </a:p>
          </p:txBody>
        </p:sp>
        <p:sp>
          <p:nvSpPr>
            <p:cNvPr id="398" name="TextBox 397">
              <a:extLst>
                <a:ext uri="{FF2B5EF4-FFF2-40B4-BE49-F238E27FC236}">
                  <a16:creationId xmlns:a16="http://schemas.microsoft.com/office/drawing/2014/main" id="{545C0C6D-FBC2-F8ED-50C8-34D9254BB51F}"/>
                </a:ext>
              </a:extLst>
            </p:cNvPr>
            <p:cNvSpPr txBox="1"/>
            <p:nvPr/>
          </p:nvSpPr>
          <p:spPr>
            <a:xfrm>
              <a:off x="784964" y="2921599"/>
              <a:ext cx="39456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2.0</a:t>
              </a:r>
            </a:p>
          </p:txBody>
        </p:sp>
        <p:sp>
          <p:nvSpPr>
            <p:cNvPr id="399" name="TextBox 398">
              <a:extLst>
                <a:ext uri="{FF2B5EF4-FFF2-40B4-BE49-F238E27FC236}">
                  <a16:creationId xmlns:a16="http://schemas.microsoft.com/office/drawing/2014/main" id="{0A5D8E3D-764B-9E9A-A05B-F111CFF8E6CF}"/>
                </a:ext>
              </a:extLst>
            </p:cNvPr>
            <p:cNvSpPr txBox="1"/>
            <p:nvPr/>
          </p:nvSpPr>
          <p:spPr>
            <a:xfrm>
              <a:off x="784964" y="3178698"/>
              <a:ext cx="39456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1.5</a:t>
              </a:r>
              <a:endParaRPr lang="en-US" sz="1200" dirty="0">
                <a:latin typeface="Helvetica Neue Light" panose="02000403000000020004" pitchFamily="2" charset="0"/>
                <a:ea typeface="Helvetica Neue Light" panose="02000403000000020004" pitchFamily="2" charset="0"/>
              </a:endParaRPr>
            </a:p>
          </p:txBody>
        </p:sp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5DD6D9A0-A332-614E-7BE8-150C6CFBCE42}"/>
                </a:ext>
              </a:extLst>
            </p:cNvPr>
            <p:cNvSpPr txBox="1"/>
            <p:nvPr/>
          </p:nvSpPr>
          <p:spPr>
            <a:xfrm>
              <a:off x="784964" y="3435800"/>
              <a:ext cx="39456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1.0</a:t>
              </a:r>
              <a:endParaRPr lang="en-US" sz="1200" dirty="0">
                <a:latin typeface="Helvetica Neue Light" panose="02000403000000020004" pitchFamily="2" charset="0"/>
                <a:ea typeface="Helvetica Neue Light" panose="02000403000000020004" pitchFamily="2" charset="0"/>
              </a:endParaRPr>
            </a:p>
          </p:txBody>
        </p:sp>
        <p:sp>
          <p:nvSpPr>
            <p:cNvPr id="401" name="TextBox 400">
              <a:extLst>
                <a:ext uri="{FF2B5EF4-FFF2-40B4-BE49-F238E27FC236}">
                  <a16:creationId xmlns:a16="http://schemas.microsoft.com/office/drawing/2014/main" id="{BF99D4D8-61E3-AB50-81CE-93FB0A393A06}"/>
                </a:ext>
              </a:extLst>
            </p:cNvPr>
            <p:cNvSpPr txBox="1"/>
            <p:nvPr/>
          </p:nvSpPr>
          <p:spPr>
            <a:xfrm>
              <a:off x="784964" y="1636104"/>
              <a:ext cx="39456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4.5</a:t>
              </a:r>
              <a:endParaRPr lang="en-US" sz="1200" dirty="0">
                <a:latin typeface="Helvetica Neue Light" panose="02000403000000020004" pitchFamily="2" charset="0"/>
                <a:ea typeface="Helvetica Neue Light" panose="02000403000000020004" pitchFamily="2" charset="0"/>
              </a:endParaRPr>
            </a:p>
          </p:txBody>
        </p:sp>
        <p:sp>
          <p:nvSpPr>
            <p:cNvPr id="402" name="TextBox 401">
              <a:extLst>
                <a:ext uri="{FF2B5EF4-FFF2-40B4-BE49-F238E27FC236}">
                  <a16:creationId xmlns:a16="http://schemas.microsoft.com/office/drawing/2014/main" id="{BF920379-8F47-0A2F-95B8-97966B38EBED}"/>
                </a:ext>
              </a:extLst>
            </p:cNvPr>
            <p:cNvSpPr txBox="1"/>
            <p:nvPr/>
          </p:nvSpPr>
          <p:spPr>
            <a:xfrm>
              <a:off x="784964" y="2150302"/>
              <a:ext cx="39456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3.5</a:t>
              </a:r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F65BFE04-0DDD-64E0-20B3-BB07F2C0E104}"/>
              </a:ext>
            </a:extLst>
          </p:cNvPr>
          <p:cNvGrpSpPr/>
          <p:nvPr/>
        </p:nvGrpSpPr>
        <p:grpSpPr>
          <a:xfrm>
            <a:off x="3470931" y="1429911"/>
            <a:ext cx="54864" cy="2054160"/>
            <a:chOff x="1745630" y="1396585"/>
            <a:chExt cx="54864" cy="2054160"/>
          </a:xfrm>
        </p:grpSpPr>
        <p:sp>
          <p:nvSpPr>
            <p:cNvPr id="404" name="Freeform 403">
              <a:extLst>
                <a:ext uri="{FF2B5EF4-FFF2-40B4-BE49-F238E27FC236}">
                  <a16:creationId xmlns:a16="http://schemas.microsoft.com/office/drawing/2014/main" id="{677F55DE-E709-DDB7-DBE1-2CF0F949911B}"/>
                </a:ext>
              </a:extLst>
            </p:cNvPr>
            <p:cNvSpPr/>
            <p:nvPr/>
          </p:nvSpPr>
          <p:spPr>
            <a:xfrm>
              <a:off x="1745630" y="3450745"/>
              <a:ext cx="54864" cy="0"/>
            </a:xfrm>
            <a:custGeom>
              <a:avLst/>
              <a:gdLst>
                <a:gd name="connsiteX0" fmla="*/ 38 w 54115"/>
                <a:gd name="connsiteY0" fmla="*/ 289 h 6764"/>
                <a:gd name="connsiteX1" fmla="*/ 54154 w 54115"/>
                <a:gd name="connsiteY1" fmla="*/ 289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38" y="289"/>
                  </a:moveTo>
                  <a:lnTo>
                    <a:pt x="54154" y="289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" name="Freeform 404">
              <a:extLst>
                <a:ext uri="{FF2B5EF4-FFF2-40B4-BE49-F238E27FC236}">
                  <a16:creationId xmlns:a16="http://schemas.microsoft.com/office/drawing/2014/main" id="{A65D9FC7-CE02-42CB-8473-69A2556A3248}"/>
                </a:ext>
              </a:extLst>
            </p:cNvPr>
            <p:cNvSpPr/>
            <p:nvPr/>
          </p:nvSpPr>
          <p:spPr>
            <a:xfrm>
              <a:off x="1745630" y="3193976"/>
              <a:ext cx="54864" cy="0"/>
            </a:xfrm>
            <a:custGeom>
              <a:avLst/>
              <a:gdLst>
                <a:gd name="connsiteX0" fmla="*/ 38 w 54115"/>
                <a:gd name="connsiteY0" fmla="*/ 256 h 6764"/>
                <a:gd name="connsiteX1" fmla="*/ 54154 w 54115"/>
                <a:gd name="connsiteY1" fmla="*/ 256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38" y="256"/>
                  </a:moveTo>
                  <a:lnTo>
                    <a:pt x="54154" y="256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" name="Freeform 405">
              <a:extLst>
                <a:ext uri="{FF2B5EF4-FFF2-40B4-BE49-F238E27FC236}">
                  <a16:creationId xmlns:a16="http://schemas.microsoft.com/office/drawing/2014/main" id="{8D917684-D0FC-B2D7-6C9F-ADE052F393B6}"/>
                </a:ext>
              </a:extLst>
            </p:cNvPr>
            <p:cNvSpPr/>
            <p:nvPr/>
          </p:nvSpPr>
          <p:spPr>
            <a:xfrm>
              <a:off x="1745630" y="2937205"/>
              <a:ext cx="54864" cy="0"/>
            </a:xfrm>
            <a:custGeom>
              <a:avLst/>
              <a:gdLst>
                <a:gd name="connsiteX0" fmla="*/ 38 w 54115"/>
                <a:gd name="connsiteY0" fmla="*/ 222 h 6764"/>
                <a:gd name="connsiteX1" fmla="*/ 54154 w 54115"/>
                <a:gd name="connsiteY1" fmla="*/ 222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38" y="222"/>
                  </a:moveTo>
                  <a:lnTo>
                    <a:pt x="54154" y="22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" name="Freeform 406">
              <a:extLst>
                <a:ext uri="{FF2B5EF4-FFF2-40B4-BE49-F238E27FC236}">
                  <a16:creationId xmlns:a16="http://schemas.microsoft.com/office/drawing/2014/main" id="{14A7802E-A4B7-0314-1E24-16732029192A}"/>
                </a:ext>
              </a:extLst>
            </p:cNvPr>
            <p:cNvSpPr/>
            <p:nvPr/>
          </p:nvSpPr>
          <p:spPr>
            <a:xfrm>
              <a:off x="1745630" y="2680436"/>
              <a:ext cx="54864" cy="0"/>
            </a:xfrm>
            <a:custGeom>
              <a:avLst/>
              <a:gdLst>
                <a:gd name="connsiteX0" fmla="*/ 38 w 54115"/>
                <a:gd name="connsiteY0" fmla="*/ 189 h 6764"/>
                <a:gd name="connsiteX1" fmla="*/ 54154 w 54115"/>
                <a:gd name="connsiteY1" fmla="*/ 189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38" y="189"/>
                  </a:moveTo>
                  <a:lnTo>
                    <a:pt x="54154" y="189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77D1F976-A63B-7A83-FEC4-57889C0A74D0}"/>
                </a:ext>
              </a:extLst>
            </p:cNvPr>
            <p:cNvSpPr/>
            <p:nvPr/>
          </p:nvSpPr>
          <p:spPr>
            <a:xfrm>
              <a:off x="1745630" y="2423666"/>
              <a:ext cx="54864" cy="0"/>
            </a:xfrm>
            <a:custGeom>
              <a:avLst/>
              <a:gdLst>
                <a:gd name="connsiteX0" fmla="*/ 38 w 54115"/>
                <a:gd name="connsiteY0" fmla="*/ 156 h 6764"/>
                <a:gd name="connsiteX1" fmla="*/ 54154 w 54115"/>
                <a:gd name="connsiteY1" fmla="*/ 156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38" y="156"/>
                  </a:moveTo>
                  <a:lnTo>
                    <a:pt x="54154" y="156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" name="Freeform 408">
              <a:extLst>
                <a:ext uri="{FF2B5EF4-FFF2-40B4-BE49-F238E27FC236}">
                  <a16:creationId xmlns:a16="http://schemas.microsoft.com/office/drawing/2014/main" id="{83A08F5B-C48C-8104-73AC-18375224D699}"/>
                </a:ext>
              </a:extLst>
            </p:cNvPr>
            <p:cNvSpPr/>
            <p:nvPr/>
          </p:nvSpPr>
          <p:spPr>
            <a:xfrm>
              <a:off x="1745630" y="2166897"/>
              <a:ext cx="54864" cy="0"/>
            </a:xfrm>
            <a:custGeom>
              <a:avLst/>
              <a:gdLst>
                <a:gd name="connsiteX0" fmla="*/ 38 w 54115"/>
                <a:gd name="connsiteY0" fmla="*/ 122 h 6764"/>
                <a:gd name="connsiteX1" fmla="*/ 54154 w 54115"/>
                <a:gd name="connsiteY1" fmla="*/ 122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38" y="122"/>
                  </a:moveTo>
                  <a:lnTo>
                    <a:pt x="54154" y="12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" name="Freeform 409">
              <a:extLst>
                <a:ext uri="{FF2B5EF4-FFF2-40B4-BE49-F238E27FC236}">
                  <a16:creationId xmlns:a16="http://schemas.microsoft.com/office/drawing/2014/main" id="{8DACA272-483E-88E2-12C8-2D1DB3C5ACC5}"/>
                </a:ext>
              </a:extLst>
            </p:cNvPr>
            <p:cNvSpPr/>
            <p:nvPr/>
          </p:nvSpPr>
          <p:spPr>
            <a:xfrm>
              <a:off x="1745630" y="1910126"/>
              <a:ext cx="54864" cy="0"/>
            </a:xfrm>
            <a:custGeom>
              <a:avLst/>
              <a:gdLst>
                <a:gd name="connsiteX0" fmla="*/ 38 w 54115"/>
                <a:gd name="connsiteY0" fmla="*/ 89 h 6764"/>
                <a:gd name="connsiteX1" fmla="*/ 54154 w 54115"/>
                <a:gd name="connsiteY1" fmla="*/ 89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38" y="89"/>
                  </a:moveTo>
                  <a:lnTo>
                    <a:pt x="54154" y="89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" name="Freeform 410">
              <a:extLst>
                <a:ext uri="{FF2B5EF4-FFF2-40B4-BE49-F238E27FC236}">
                  <a16:creationId xmlns:a16="http://schemas.microsoft.com/office/drawing/2014/main" id="{37DE9527-DC55-09F4-FB38-66DF1940E748}"/>
                </a:ext>
              </a:extLst>
            </p:cNvPr>
            <p:cNvSpPr/>
            <p:nvPr/>
          </p:nvSpPr>
          <p:spPr>
            <a:xfrm>
              <a:off x="1745630" y="1653356"/>
              <a:ext cx="54864" cy="0"/>
            </a:xfrm>
            <a:custGeom>
              <a:avLst/>
              <a:gdLst>
                <a:gd name="connsiteX0" fmla="*/ 38 w 54115"/>
                <a:gd name="connsiteY0" fmla="*/ 56 h 6764"/>
                <a:gd name="connsiteX1" fmla="*/ 54154 w 54115"/>
                <a:gd name="connsiteY1" fmla="*/ 56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38" y="56"/>
                  </a:moveTo>
                  <a:lnTo>
                    <a:pt x="54154" y="56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" name="Freeform 411">
              <a:extLst>
                <a:ext uri="{FF2B5EF4-FFF2-40B4-BE49-F238E27FC236}">
                  <a16:creationId xmlns:a16="http://schemas.microsoft.com/office/drawing/2014/main" id="{F88F348C-7884-5AB8-4F33-39E3EBCA72C4}"/>
                </a:ext>
              </a:extLst>
            </p:cNvPr>
            <p:cNvSpPr/>
            <p:nvPr/>
          </p:nvSpPr>
          <p:spPr>
            <a:xfrm>
              <a:off x="1745630" y="1396585"/>
              <a:ext cx="54864" cy="0"/>
            </a:xfrm>
            <a:custGeom>
              <a:avLst/>
              <a:gdLst>
                <a:gd name="connsiteX0" fmla="*/ 38 w 54115"/>
                <a:gd name="connsiteY0" fmla="*/ 23 h 6764"/>
                <a:gd name="connsiteX1" fmla="*/ 54154 w 54115"/>
                <a:gd name="connsiteY1" fmla="*/ 23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38" y="23"/>
                  </a:moveTo>
                  <a:lnTo>
                    <a:pt x="54154" y="23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13" name="TextBox 412">
            <a:extLst>
              <a:ext uri="{FF2B5EF4-FFF2-40B4-BE49-F238E27FC236}">
                <a16:creationId xmlns:a16="http://schemas.microsoft.com/office/drawing/2014/main" id="{DA206950-C1A6-7BC2-4BCA-7AB43536948E}"/>
              </a:ext>
            </a:extLst>
          </p:cNvPr>
          <p:cNvSpPr txBox="1"/>
          <p:nvPr/>
        </p:nvSpPr>
        <p:spPr>
          <a:xfrm rot="16200000">
            <a:off x="1892519" y="2369334"/>
            <a:ext cx="2278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Heat flux [W/m</a:t>
            </a:r>
            <a:r>
              <a:rPr lang="en-US" sz="1400" baseline="30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2</a:t>
            </a:r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]</a:t>
            </a:r>
            <a:endParaRPr lang="en-US" sz="1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5B532D9F-D1B4-5B0A-A562-5D8C02ED15E5}"/>
              </a:ext>
            </a:extLst>
          </p:cNvPr>
          <p:cNvSpPr txBox="1"/>
          <p:nvPr/>
        </p:nvSpPr>
        <p:spPr>
          <a:xfrm rot="16200000">
            <a:off x="5008438" y="2373187"/>
            <a:ext cx="2286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Temperature [K]</a:t>
            </a: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E7C0DC4-1121-4C09-594D-F442FD2DCEFB}"/>
              </a:ext>
            </a:extLst>
          </p:cNvPr>
          <p:cNvSpPr txBox="1"/>
          <p:nvPr/>
        </p:nvSpPr>
        <p:spPr>
          <a:xfrm>
            <a:off x="3284020" y="1154705"/>
            <a:ext cx="373820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000" spc="0" baseline="0" dirty="0">
                <a:ln/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Lucida Grande"/>
                <a:sym typeface="Lucida Grande"/>
                <a:rtl val="0"/>
              </a:rPr>
              <a:t>10</a:t>
            </a:r>
            <a:r>
              <a:rPr lang="en-US" sz="1000" spc="0" baseline="30000" dirty="0">
                <a:ln/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Lucida Grande"/>
                <a:sym typeface="Lucida Grande"/>
                <a:rtl val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20990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5C3EAC1-183A-477C-88D2-68DCF5B4E4E7}"/>
              </a:ext>
            </a:extLst>
          </p:cNvPr>
          <p:cNvGrpSpPr/>
          <p:nvPr/>
        </p:nvGrpSpPr>
        <p:grpSpPr>
          <a:xfrm>
            <a:off x="1652153" y="1280702"/>
            <a:ext cx="6292631" cy="2567039"/>
            <a:chOff x="1652153" y="1280702"/>
            <a:chExt cx="6292631" cy="2567039"/>
          </a:xfrm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CF2ED957-723E-D2B8-9C8E-6B65A2A7CDE6}"/>
                </a:ext>
              </a:extLst>
            </p:cNvPr>
            <p:cNvSpPr/>
            <p:nvPr/>
          </p:nvSpPr>
          <p:spPr>
            <a:xfrm>
              <a:off x="2410723" y="2436442"/>
              <a:ext cx="2071957" cy="7704"/>
            </a:xfrm>
            <a:custGeom>
              <a:avLst/>
              <a:gdLst>
                <a:gd name="connsiteX0" fmla="*/ 0 w 2047689"/>
                <a:gd name="connsiteY0" fmla="*/ 0 h 6764"/>
                <a:gd name="connsiteX1" fmla="*/ 23007 w 2047689"/>
                <a:gd name="connsiteY1" fmla="*/ 0 h 6764"/>
                <a:gd name="connsiteX2" fmla="*/ 46015 w 2047689"/>
                <a:gd name="connsiteY2" fmla="*/ 0 h 6764"/>
                <a:gd name="connsiteX3" fmla="*/ 69023 w 2047689"/>
                <a:gd name="connsiteY3" fmla="*/ 0 h 6764"/>
                <a:gd name="connsiteX4" fmla="*/ 92031 w 2047689"/>
                <a:gd name="connsiteY4" fmla="*/ 0 h 6764"/>
                <a:gd name="connsiteX5" fmla="*/ 115038 w 2047689"/>
                <a:gd name="connsiteY5" fmla="*/ 0 h 6764"/>
                <a:gd name="connsiteX6" fmla="*/ 138046 w 2047689"/>
                <a:gd name="connsiteY6" fmla="*/ 0 h 6764"/>
                <a:gd name="connsiteX7" fmla="*/ 161054 w 2047689"/>
                <a:gd name="connsiteY7" fmla="*/ 0 h 6764"/>
                <a:gd name="connsiteX8" fmla="*/ 184062 w 2047689"/>
                <a:gd name="connsiteY8" fmla="*/ 0 h 6764"/>
                <a:gd name="connsiteX9" fmla="*/ 207070 w 2047689"/>
                <a:gd name="connsiteY9" fmla="*/ 0 h 6764"/>
                <a:gd name="connsiteX10" fmla="*/ 230077 w 2047689"/>
                <a:gd name="connsiteY10" fmla="*/ 0 h 6764"/>
                <a:gd name="connsiteX11" fmla="*/ 253085 w 2047689"/>
                <a:gd name="connsiteY11" fmla="*/ 0 h 6764"/>
                <a:gd name="connsiteX12" fmla="*/ 276096 w 2047689"/>
                <a:gd name="connsiteY12" fmla="*/ 0 h 6764"/>
                <a:gd name="connsiteX13" fmla="*/ 299102 w 2047689"/>
                <a:gd name="connsiteY13" fmla="*/ 0 h 6764"/>
                <a:gd name="connsiteX14" fmla="*/ 322108 w 2047689"/>
                <a:gd name="connsiteY14" fmla="*/ 0 h 6764"/>
                <a:gd name="connsiteX15" fmla="*/ 345114 w 2047689"/>
                <a:gd name="connsiteY15" fmla="*/ 0 h 6764"/>
                <a:gd name="connsiteX16" fmla="*/ 368127 w 2047689"/>
                <a:gd name="connsiteY16" fmla="*/ 0 h 6764"/>
                <a:gd name="connsiteX17" fmla="*/ 391133 w 2047689"/>
                <a:gd name="connsiteY17" fmla="*/ 0 h 6764"/>
                <a:gd name="connsiteX18" fmla="*/ 414139 w 2047689"/>
                <a:gd name="connsiteY18" fmla="*/ 0 h 6764"/>
                <a:gd name="connsiteX19" fmla="*/ 437145 w 2047689"/>
                <a:gd name="connsiteY19" fmla="*/ 0 h 6764"/>
                <a:gd name="connsiteX20" fmla="*/ 460158 w 2047689"/>
                <a:gd name="connsiteY20" fmla="*/ 0 h 6764"/>
                <a:gd name="connsiteX21" fmla="*/ 483164 w 2047689"/>
                <a:gd name="connsiteY21" fmla="*/ 0 h 6764"/>
                <a:gd name="connsiteX22" fmla="*/ 506170 w 2047689"/>
                <a:gd name="connsiteY22" fmla="*/ 0 h 6764"/>
                <a:gd name="connsiteX23" fmla="*/ 529176 w 2047689"/>
                <a:gd name="connsiteY23" fmla="*/ 0 h 6764"/>
                <a:gd name="connsiteX24" fmla="*/ 552189 w 2047689"/>
                <a:gd name="connsiteY24" fmla="*/ 0 h 6764"/>
                <a:gd name="connsiteX25" fmla="*/ 575195 w 2047689"/>
                <a:gd name="connsiteY25" fmla="*/ 0 h 6764"/>
                <a:gd name="connsiteX26" fmla="*/ 598201 w 2047689"/>
                <a:gd name="connsiteY26" fmla="*/ 0 h 6764"/>
                <a:gd name="connsiteX27" fmla="*/ 621207 w 2047689"/>
                <a:gd name="connsiteY27" fmla="*/ 0 h 6764"/>
                <a:gd name="connsiteX28" fmla="*/ 644220 w 2047689"/>
                <a:gd name="connsiteY28" fmla="*/ 0 h 6764"/>
                <a:gd name="connsiteX29" fmla="*/ 667226 w 2047689"/>
                <a:gd name="connsiteY29" fmla="*/ 0 h 6764"/>
                <a:gd name="connsiteX30" fmla="*/ 690232 w 2047689"/>
                <a:gd name="connsiteY30" fmla="*/ 0 h 6764"/>
                <a:gd name="connsiteX31" fmla="*/ 713238 w 2047689"/>
                <a:gd name="connsiteY31" fmla="*/ 0 h 6764"/>
                <a:gd name="connsiteX32" fmla="*/ 736251 w 2047689"/>
                <a:gd name="connsiteY32" fmla="*/ 0 h 6764"/>
                <a:gd name="connsiteX33" fmla="*/ 759257 w 2047689"/>
                <a:gd name="connsiteY33" fmla="*/ 0 h 6764"/>
                <a:gd name="connsiteX34" fmla="*/ 782263 w 2047689"/>
                <a:gd name="connsiteY34" fmla="*/ 0 h 6764"/>
                <a:gd name="connsiteX35" fmla="*/ 805269 w 2047689"/>
                <a:gd name="connsiteY35" fmla="*/ 0 h 6764"/>
                <a:gd name="connsiteX36" fmla="*/ 828281 w 2047689"/>
                <a:gd name="connsiteY36" fmla="*/ 0 h 6764"/>
                <a:gd name="connsiteX37" fmla="*/ 851288 w 2047689"/>
                <a:gd name="connsiteY37" fmla="*/ 0 h 6764"/>
                <a:gd name="connsiteX38" fmla="*/ 874294 w 2047689"/>
                <a:gd name="connsiteY38" fmla="*/ 0 h 6764"/>
                <a:gd name="connsiteX39" fmla="*/ 897300 w 2047689"/>
                <a:gd name="connsiteY39" fmla="*/ 0 h 6764"/>
                <a:gd name="connsiteX40" fmla="*/ 920312 w 2047689"/>
                <a:gd name="connsiteY40" fmla="*/ 0 h 6764"/>
                <a:gd name="connsiteX41" fmla="*/ 943318 w 2047689"/>
                <a:gd name="connsiteY41" fmla="*/ 0 h 6764"/>
                <a:gd name="connsiteX42" fmla="*/ 966324 w 2047689"/>
                <a:gd name="connsiteY42" fmla="*/ 0 h 6764"/>
                <a:gd name="connsiteX43" fmla="*/ 989330 w 2047689"/>
                <a:gd name="connsiteY43" fmla="*/ 0 h 6764"/>
                <a:gd name="connsiteX44" fmla="*/ 1012343 w 2047689"/>
                <a:gd name="connsiteY44" fmla="*/ 0 h 6764"/>
                <a:gd name="connsiteX45" fmla="*/ 1035349 w 2047689"/>
                <a:gd name="connsiteY45" fmla="*/ 0 h 6764"/>
                <a:gd name="connsiteX46" fmla="*/ 1058355 w 2047689"/>
                <a:gd name="connsiteY46" fmla="*/ 0 h 6764"/>
                <a:gd name="connsiteX47" fmla="*/ 1081361 w 2047689"/>
                <a:gd name="connsiteY47" fmla="*/ 0 h 6764"/>
                <a:gd name="connsiteX48" fmla="*/ 1104374 w 2047689"/>
                <a:gd name="connsiteY48" fmla="*/ 0 h 6764"/>
                <a:gd name="connsiteX49" fmla="*/ 1127380 w 2047689"/>
                <a:gd name="connsiteY49" fmla="*/ 0 h 6764"/>
                <a:gd name="connsiteX50" fmla="*/ 1150386 w 2047689"/>
                <a:gd name="connsiteY50" fmla="*/ 0 h 6764"/>
                <a:gd name="connsiteX51" fmla="*/ 1173399 w 2047689"/>
                <a:gd name="connsiteY51" fmla="*/ 0 h 6764"/>
                <a:gd name="connsiteX52" fmla="*/ 1196405 w 2047689"/>
                <a:gd name="connsiteY52" fmla="*/ 0 h 6764"/>
                <a:gd name="connsiteX53" fmla="*/ 1219411 w 2047689"/>
                <a:gd name="connsiteY53" fmla="*/ 0 h 6764"/>
                <a:gd name="connsiteX54" fmla="*/ 1242417 w 2047689"/>
                <a:gd name="connsiteY54" fmla="*/ 0 h 6764"/>
                <a:gd name="connsiteX55" fmla="*/ 1265430 w 2047689"/>
                <a:gd name="connsiteY55" fmla="*/ 0 h 6764"/>
                <a:gd name="connsiteX56" fmla="*/ 1288436 w 2047689"/>
                <a:gd name="connsiteY56" fmla="*/ 0 h 6764"/>
                <a:gd name="connsiteX57" fmla="*/ 1311442 w 2047689"/>
                <a:gd name="connsiteY57" fmla="*/ 0 h 6764"/>
                <a:gd name="connsiteX58" fmla="*/ 1334448 w 2047689"/>
                <a:gd name="connsiteY58" fmla="*/ 0 h 6764"/>
                <a:gd name="connsiteX59" fmla="*/ 1357461 w 2047689"/>
                <a:gd name="connsiteY59" fmla="*/ 0 h 6764"/>
                <a:gd name="connsiteX60" fmla="*/ 1380467 w 2047689"/>
                <a:gd name="connsiteY60" fmla="*/ 0 h 6764"/>
                <a:gd name="connsiteX61" fmla="*/ 1403473 w 2047689"/>
                <a:gd name="connsiteY61" fmla="*/ 0 h 6764"/>
                <a:gd name="connsiteX62" fmla="*/ 1426479 w 2047689"/>
                <a:gd name="connsiteY62" fmla="*/ 0 h 6764"/>
                <a:gd name="connsiteX63" fmla="*/ 1449492 w 2047689"/>
                <a:gd name="connsiteY63" fmla="*/ 0 h 6764"/>
                <a:gd name="connsiteX64" fmla="*/ 1472498 w 2047689"/>
                <a:gd name="connsiteY64" fmla="*/ 0 h 6764"/>
                <a:gd name="connsiteX65" fmla="*/ 1495504 w 2047689"/>
                <a:gd name="connsiteY65" fmla="*/ 0 h 6764"/>
                <a:gd name="connsiteX66" fmla="*/ 1518510 w 2047689"/>
                <a:gd name="connsiteY66" fmla="*/ 0 h 6764"/>
                <a:gd name="connsiteX67" fmla="*/ 1541523 w 2047689"/>
                <a:gd name="connsiteY67" fmla="*/ 0 h 6764"/>
                <a:gd name="connsiteX68" fmla="*/ 1564529 w 2047689"/>
                <a:gd name="connsiteY68" fmla="*/ 0 h 6764"/>
                <a:gd name="connsiteX69" fmla="*/ 1587535 w 2047689"/>
                <a:gd name="connsiteY69" fmla="*/ 0 h 6764"/>
                <a:gd name="connsiteX70" fmla="*/ 1610541 w 2047689"/>
                <a:gd name="connsiteY70" fmla="*/ 0 h 6764"/>
                <a:gd name="connsiteX71" fmla="*/ 1633554 w 2047689"/>
                <a:gd name="connsiteY71" fmla="*/ 0 h 6764"/>
                <a:gd name="connsiteX72" fmla="*/ 1656560 w 2047689"/>
                <a:gd name="connsiteY72" fmla="*/ 0 h 6764"/>
                <a:gd name="connsiteX73" fmla="*/ 1679566 w 2047689"/>
                <a:gd name="connsiteY73" fmla="*/ 0 h 6764"/>
                <a:gd name="connsiteX74" fmla="*/ 1702572 w 2047689"/>
                <a:gd name="connsiteY74" fmla="*/ 0 h 6764"/>
                <a:gd name="connsiteX75" fmla="*/ 1725584 w 2047689"/>
                <a:gd name="connsiteY75" fmla="*/ 0 h 6764"/>
                <a:gd name="connsiteX76" fmla="*/ 1748590 w 2047689"/>
                <a:gd name="connsiteY76" fmla="*/ 0 h 6764"/>
                <a:gd name="connsiteX77" fmla="*/ 1771596 w 2047689"/>
                <a:gd name="connsiteY77" fmla="*/ 0 h 6764"/>
                <a:gd name="connsiteX78" fmla="*/ 1794603 w 2047689"/>
                <a:gd name="connsiteY78" fmla="*/ 0 h 6764"/>
                <a:gd name="connsiteX79" fmla="*/ 1817615 w 2047689"/>
                <a:gd name="connsiteY79" fmla="*/ 0 h 6764"/>
                <a:gd name="connsiteX80" fmla="*/ 1840621 w 2047689"/>
                <a:gd name="connsiteY80" fmla="*/ 0 h 6764"/>
                <a:gd name="connsiteX81" fmla="*/ 1863627 w 2047689"/>
                <a:gd name="connsiteY81" fmla="*/ 0 h 6764"/>
                <a:gd name="connsiteX82" fmla="*/ 1886633 w 2047689"/>
                <a:gd name="connsiteY82" fmla="*/ 0 h 6764"/>
                <a:gd name="connsiteX83" fmla="*/ 1909646 w 2047689"/>
                <a:gd name="connsiteY83" fmla="*/ 0 h 6764"/>
                <a:gd name="connsiteX84" fmla="*/ 1932652 w 2047689"/>
                <a:gd name="connsiteY84" fmla="*/ 0 h 6764"/>
                <a:gd name="connsiteX85" fmla="*/ 1955658 w 2047689"/>
                <a:gd name="connsiteY85" fmla="*/ 0 h 6764"/>
                <a:gd name="connsiteX86" fmla="*/ 1978664 w 2047689"/>
                <a:gd name="connsiteY86" fmla="*/ 0 h 6764"/>
                <a:gd name="connsiteX87" fmla="*/ 2001677 w 2047689"/>
                <a:gd name="connsiteY87" fmla="*/ 0 h 6764"/>
                <a:gd name="connsiteX88" fmla="*/ 2024683 w 2047689"/>
                <a:gd name="connsiteY88" fmla="*/ 0 h 6764"/>
                <a:gd name="connsiteX89" fmla="*/ 2047689 w 2047689"/>
                <a:gd name="connsiteY89" fmla="*/ 0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047689" h="6764">
                  <a:moveTo>
                    <a:pt x="0" y="0"/>
                  </a:moveTo>
                  <a:lnTo>
                    <a:pt x="23007" y="0"/>
                  </a:lnTo>
                  <a:lnTo>
                    <a:pt x="46015" y="0"/>
                  </a:lnTo>
                  <a:lnTo>
                    <a:pt x="69023" y="0"/>
                  </a:lnTo>
                  <a:lnTo>
                    <a:pt x="92031" y="0"/>
                  </a:lnTo>
                  <a:lnTo>
                    <a:pt x="115038" y="0"/>
                  </a:lnTo>
                  <a:lnTo>
                    <a:pt x="138046" y="0"/>
                  </a:lnTo>
                  <a:lnTo>
                    <a:pt x="161054" y="0"/>
                  </a:lnTo>
                  <a:lnTo>
                    <a:pt x="184062" y="0"/>
                  </a:lnTo>
                  <a:lnTo>
                    <a:pt x="207070" y="0"/>
                  </a:lnTo>
                  <a:lnTo>
                    <a:pt x="230077" y="0"/>
                  </a:lnTo>
                  <a:lnTo>
                    <a:pt x="253085" y="0"/>
                  </a:lnTo>
                  <a:lnTo>
                    <a:pt x="276096" y="0"/>
                  </a:lnTo>
                  <a:lnTo>
                    <a:pt x="299102" y="0"/>
                  </a:lnTo>
                  <a:lnTo>
                    <a:pt x="322108" y="0"/>
                  </a:lnTo>
                  <a:lnTo>
                    <a:pt x="345114" y="0"/>
                  </a:lnTo>
                  <a:lnTo>
                    <a:pt x="368127" y="0"/>
                  </a:lnTo>
                  <a:lnTo>
                    <a:pt x="391133" y="0"/>
                  </a:lnTo>
                  <a:lnTo>
                    <a:pt x="414139" y="0"/>
                  </a:lnTo>
                  <a:lnTo>
                    <a:pt x="437145" y="0"/>
                  </a:lnTo>
                  <a:lnTo>
                    <a:pt x="460158" y="0"/>
                  </a:lnTo>
                  <a:lnTo>
                    <a:pt x="483164" y="0"/>
                  </a:lnTo>
                  <a:lnTo>
                    <a:pt x="506170" y="0"/>
                  </a:lnTo>
                  <a:lnTo>
                    <a:pt x="529176" y="0"/>
                  </a:lnTo>
                  <a:lnTo>
                    <a:pt x="552189" y="0"/>
                  </a:lnTo>
                  <a:lnTo>
                    <a:pt x="575195" y="0"/>
                  </a:lnTo>
                  <a:lnTo>
                    <a:pt x="598201" y="0"/>
                  </a:lnTo>
                  <a:lnTo>
                    <a:pt x="621207" y="0"/>
                  </a:lnTo>
                  <a:lnTo>
                    <a:pt x="644220" y="0"/>
                  </a:lnTo>
                  <a:lnTo>
                    <a:pt x="667226" y="0"/>
                  </a:lnTo>
                  <a:lnTo>
                    <a:pt x="690232" y="0"/>
                  </a:lnTo>
                  <a:lnTo>
                    <a:pt x="713238" y="0"/>
                  </a:lnTo>
                  <a:lnTo>
                    <a:pt x="736251" y="0"/>
                  </a:lnTo>
                  <a:lnTo>
                    <a:pt x="759257" y="0"/>
                  </a:lnTo>
                  <a:lnTo>
                    <a:pt x="782263" y="0"/>
                  </a:lnTo>
                  <a:lnTo>
                    <a:pt x="805269" y="0"/>
                  </a:lnTo>
                  <a:lnTo>
                    <a:pt x="828281" y="0"/>
                  </a:lnTo>
                  <a:lnTo>
                    <a:pt x="851288" y="0"/>
                  </a:lnTo>
                  <a:lnTo>
                    <a:pt x="874294" y="0"/>
                  </a:lnTo>
                  <a:lnTo>
                    <a:pt x="897300" y="0"/>
                  </a:lnTo>
                  <a:lnTo>
                    <a:pt x="920312" y="0"/>
                  </a:lnTo>
                  <a:lnTo>
                    <a:pt x="943318" y="0"/>
                  </a:lnTo>
                  <a:lnTo>
                    <a:pt x="966324" y="0"/>
                  </a:lnTo>
                  <a:lnTo>
                    <a:pt x="989330" y="0"/>
                  </a:lnTo>
                  <a:lnTo>
                    <a:pt x="1012343" y="0"/>
                  </a:lnTo>
                  <a:lnTo>
                    <a:pt x="1035349" y="0"/>
                  </a:lnTo>
                  <a:lnTo>
                    <a:pt x="1058355" y="0"/>
                  </a:lnTo>
                  <a:lnTo>
                    <a:pt x="1081361" y="0"/>
                  </a:lnTo>
                  <a:lnTo>
                    <a:pt x="1104374" y="0"/>
                  </a:lnTo>
                  <a:lnTo>
                    <a:pt x="1127380" y="0"/>
                  </a:lnTo>
                  <a:lnTo>
                    <a:pt x="1150386" y="0"/>
                  </a:lnTo>
                  <a:lnTo>
                    <a:pt x="1173399" y="0"/>
                  </a:lnTo>
                  <a:lnTo>
                    <a:pt x="1196405" y="0"/>
                  </a:lnTo>
                  <a:lnTo>
                    <a:pt x="1219411" y="0"/>
                  </a:lnTo>
                  <a:lnTo>
                    <a:pt x="1242417" y="0"/>
                  </a:lnTo>
                  <a:lnTo>
                    <a:pt x="1265430" y="0"/>
                  </a:lnTo>
                  <a:lnTo>
                    <a:pt x="1288436" y="0"/>
                  </a:lnTo>
                  <a:lnTo>
                    <a:pt x="1311442" y="0"/>
                  </a:lnTo>
                  <a:lnTo>
                    <a:pt x="1334448" y="0"/>
                  </a:lnTo>
                  <a:lnTo>
                    <a:pt x="1357461" y="0"/>
                  </a:lnTo>
                  <a:lnTo>
                    <a:pt x="1380467" y="0"/>
                  </a:lnTo>
                  <a:lnTo>
                    <a:pt x="1403473" y="0"/>
                  </a:lnTo>
                  <a:lnTo>
                    <a:pt x="1426479" y="0"/>
                  </a:lnTo>
                  <a:lnTo>
                    <a:pt x="1449492" y="0"/>
                  </a:lnTo>
                  <a:lnTo>
                    <a:pt x="1472498" y="0"/>
                  </a:lnTo>
                  <a:lnTo>
                    <a:pt x="1495504" y="0"/>
                  </a:lnTo>
                  <a:lnTo>
                    <a:pt x="1518510" y="0"/>
                  </a:lnTo>
                  <a:lnTo>
                    <a:pt x="1541523" y="0"/>
                  </a:lnTo>
                  <a:lnTo>
                    <a:pt x="1564529" y="0"/>
                  </a:lnTo>
                  <a:lnTo>
                    <a:pt x="1587535" y="0"/>
                  </a:lnTo>
                  <a:lnTo>
                    <a:pt x="1610541" y="0"/>
                  </a:lnTo>
                  <a:lnTo>
                    <a:pt x="1633554" y="0"/>
                  </a:lnTo>
                  <a:lnTo>
                    <a:pt x="1656560" y="0"/>
                  </a:lnTo>
                  <a:lnTo>
                    <a:pt x="1679566" y="0"/>
                  </a:lnTo>
                  <a:lnTo>
                    <a:pt x="1702572" y="0"/>
                  </a:lnTo>
                  <a:lnTo>
                    <a:pt x="1725584" y="0"/>
                  </a:lnTo>
                  <a:lnTo>
                    <a:pt x="1748590" y="0"/>
                  </a:lnTo>
                  <a:lnTo>
                    <a:pt x="1771596" y="0"/>
                  </a:lnTo>
                  <a:lnTo>
                    <a:pt x="1794603" y="0"/>
                  </a:lnTo>
                  <a:lnTo>
                    <a:pt x="1817615" y="0"/>
                  </a:lnTo>
                  <a:lnTo>
                    <a:pt x="1840621" y="0"/>
                  </a:lnTo>
                  <a:lnTo>
                    <a:pt x="1863627" y="0"/>
                  </a:lnTo>
                  <a:lnTo>
                    <a:pt x="1886633" y="0"/>
                  </a:lnTo>
                  <a:lnTo>
                    <a:pt x="1909646" y="0"/>
                  </a:lnTo>
                  <a:lnTo>
                    <a:pt x="1932652" y="0"/>
                  </a:lnTo>
                  <a:lnTo>
                    <a:pt x="1955658" y="0"/>
                  </a:lnTo>
                  <a:lnTo>
                    <a:pt x="1978664" y="0"/>
                  </a:lnTo>
                  <a:lnTo>
                    <a:pt x="2001677" y="0"/>
                  </a:lnTo>
                  <a:lnTo>
                    <a:pt x="2024683" y="0"/>
                  </a:lnTo>
                  <a:lnTo>
                    <a:pt x="2047689" y="0"/>
                  </a:lnTo>
                </a:path>
              </a:pathLst>
            </a:custGeom>
            <a:noFill/>
            <a:ln w="25400" cap="sq">
              <a:solidFill>
                <a:srgbClr val="1F77B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5BF3A31-0E25-861B-056E-734250A1EB21}"/>
                </a:ext>
              </a:extLst>
            </p:cNvPr>
            <p:cNvGrpSpPr/>
            <p:nvPr/>
          </p:nvGrpSpPr>
          <p:grpSpPr>
            <a:xfrm>
              <a:off x="4538370" y="1607970"/>
              <a:ext cx="54756" cy="1656939"/>
              <a:chOff x="1135839" y="1538228"/>
              <a:chExt cx="54756" cy="1656939"/>
            </a:xfrm>
          </p:grpSpPr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C8E43813-54B0-E61E-56D2-3BF3BD628FF6}"/>
                  </a:ext>
                </a:extLst>
              </p:cNvPr>
              <p:cNvSpPr/>
              <p:nvPr/>
            </p:nvSpPr>
            <p:spPr>
              <a:xfrm>
                <a:off x="1135839" y="3195167"/>
                <a:ext cx="54756" cy="0"/>
              </a:xfrm>
              <a:custGeom>
                <a:avLst/>
                <a:gdLst>
                  <a:gd name="connsiteX0" fmla="*/ 45 w 54115"/>
                  <a:gd name="connsiteY0" fmla="*/ 272 h 6764"/>
                  <a:gd name="connsiteX1" fmla="*/ 54161 w 54115"/>
                  <a:gd name="connsiteY1" fmla="*/ 272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45" y="272"/>
                    </a:moveTo>
                    <a:lnTo>
                      <a:pt x="54161" y="27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F0675BAB-C3F0-022A-A338-BDD38E6F68E1}"/>
                  </a:ext>
                </a:extLst>
              </p:cNvPr>
              <p:cNvSpPr/>
              <p:nvPr/>
            </p:nvSpPr>
            <p:spPr>
              <a:xfrm>
                <a:off x="1135839" y="2780937"/>
                <a:ext cx="54756" cy="0"/>
              </a:xfrm>
              <a:custGeom>
                <a:avLst/>
                <a:gdLst>
                  <a:gd name="connsiteX0" fmla="*/ 45 w 54115"/>
                  <a:gd name="connsiteY0" fmla="*/ 218 h 6764"/>
                  <a:gd name="connsiteX1" fmla="*/ 54161 w 54115"/>
                  <a:gd name="connsiteY1" fmla="*/ 218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45" y="218"/>
                    </a:moveTo>
                    <a:lnTo>
                      <a:pt x="54161" y="218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9489A497-DFB3-F33C-51AE-C75D9E5E9955}"/>
                  </a:ext>
                </a:extLst>
              </p:cNvPr>
              <p:cNvSpPr/>
              <p:nvPr/>
            </p:nvSpPr>
            <p:spPr>
              <a:xfrm>
                <a:off x="1135839" y="2366700"/>
                <a:ext cx="54756" cy="0"/>
              </a:xfrm>
              <a:custGeom>
                <a:avLst/>
                <a:gdLst>
                  <a:gd name="connsiteX0" fmla="*/ 45 w 54115"/>
                  <a:gd name="connsiteY0" fmla="*/ 164 h 6764"/>
                  <a:gd name="connsiteX1" fmla="*/ 54161 w 54115"/>
                  <a:gd name="connsiteY1" fmla="*/ 164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45" y="164"/>
                    </a:moveTo>
                    <a:lnTo>
                      <a:pt x="54161" y="164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587AD362-05A6-733E-9540-AD7A4C472D43}"/>
                  </a:ext>
                </a:extLst>
              </p:cNvPr>
              <p:cNvSpPr/>
              <p:nvPr/>
            </p:nvSpPr>
            <p:spPr>
              <a:xfrm>
                <a:off x="1135839" y="1952462"/>
                <a:ext cx="54756" cy="0"/>
              </a:xfrm>
              <a:custGeom>
                <a:avLst/>
                <a:gdLst>
                  <a:gd name="connsiteX0" fmla="*/ 45 w 54115"/>
                  <a:gd name="connsiteY0" fmla="*/ 111 h 6764"/>
                  <a:gd name="connsiteX1" fmla="*/ 54161 w 54115"/>
                  <a:gd name="connsiteY1" fmla="*/ 111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45" y="111"/>
                    </a:moveTo>
                    <a:lnTo>
                      <a:pt x="54161" y="111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E30D1F56-A2EB-F354-5D45-240B20FCFABB}"/>
                  </a:ext>
                </a:extLst>
              </p:cNvPr>
              <p:cNvSpPr/>
              <p:nvPr/>
            </p:nvSpPr>
            <p:spPr>
              <a:xfrm>
                <a:off x="1135839" y="1538228"/>
                <a:ext cx="54756" cy="0"/>
              </a:xfrm>
              <a:custGeom>
                <a:avLst/>
                <a:gdLst>
                  <a:gd name="connsiteX0" fmla="*/ 45 w 54115"/>
                  <a:gd name="connsiteY0" fmla="*/ 57 h 6764"/>
                  <a:gd name="connsiteX1" fmla="*/ 54161 w 54115"/>
                  <a:gd name="connsiteY1" fmla="*/ 57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45" y="57"/>
                    </a:moveTo>
                    <a:lnTo>
                      <a:pt x="54161" y="57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AC840EE1-D510-4C8A-2C93-6C05FB300318}"/>
                </a:ext>
              </a:extLst>
            </p:cNvPr>
            <p:cNvGrpSpPr/>
            <p:nvPr/>
          </p:nvGrpSpPr>
          <p:grpSpPr>
            <a:xfrm>
              <a:off x="2643523" y="1297294"/>
              <a:ext cx="1862439" cy="54864"/>
              <a:chOff x="1472240" y="3444208"/>
              <a:chExt cx="1862439" cy="54864"/>
            </a:xfrm>
          </p:grpSpPr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3A4C90EA-C458-2CF2-0EBF-083149C23990}"/>
                  </a:ext>
                </a:extLst>
              </p:cNvPr>
              <p:cNvSpPr/>
              <p:nvPr/>
            </p:nvSpPr>
            <p:spPr>
              <a:xfrm>
                <a:off x="1472240" y="3444208"/>
                <a:ext cx="0" cy="54864"/>
              </a:xfrm>
              <a:custGeom>
                <a:avLst/>
                <a:gdLst>
                  <a:gd name="connsiteX0" fmla="*/ 94 w 6764"/>
                  <a:gd name="connsiteY0" fmla="*/ 54428 h 54115"/>
                  <a:gd name="connsiteX1" fmla="*/ 94 w 6764"/>
                  <a:gd name="connsiteY1" fmla="*/ 312 h 54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64" h="54115">
                    <a:moveTo>
                      <a:pt x="94" y="54428"/>
                    </a:moveTo>
                    <a:lnTo>
                      <a:pt x="94" y="31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21299B0C-59BB-006C-DB8E-7FD165DD7FA5}"/>
                  </a:ext>
                </a:extLst>
              </p:cNvPr>
              <p:cNvSpPr/>
              <p:nvPr/>
            </p:nvSpPr>
            <p:spPr>
              <a:xfrm>
                <a:off x="1937849" y="3444208"/>
                <a:ext cx="0" cy="54864"/>
              </a:xfrm>
              <a:custGeom>
                <a:avLst/>
                <a:gdLst>
                  <a:gd name="connsiteX0" fmla="*/ 163 w 6764"/>
                  <a:gd name="connsiteY0" fmla="*/ 54428 h 54115"/>
                  <a:gd name="connsiteX1" fmla="*/ 163 w 6764"/>
                  <a:gd name="connsiteY1" fmla="*/ 312 h 54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64" h="54115">
                    <a:moveTo>
                      <a:pt x="163" y="54428"/>
                    </a:moveTo>
                    <a:lnTo>
                      <a:pt x="163" y="31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2EEF239C-10C3-0C46-BE15-D5DAC0D4BE9A}"/>
                  </a:ext>
                </a:extLst>
              </p:cNvPr>
              <p:cNvSpPr/>
              <p:nvPr/>
            </p:nvSpPr>
            <p:spPr>
              <a:xfrm>
                <a:off x="2403456" y="3444208"/>
                <a:ext cx="0" cy="54864"/>
              </a:xfrm>
              <a:custGeom>
                <a:avLst/>
                <a:gdLst>
                  <a:gd name="connsiteX0" fmla="*/ 231 w 6764"/>
                  <a:gd name="connsiteY0" fmla="*/ 54428 h 54115"/>
                  <a:gd name="connsiteX1" fmla="*/ 231 w 6764"/>
                  <a:gd name="connsiteY1" fmla="*/ 312 h 54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64" h="54115">
                    <a:moveTo>
                      <a:pt x="231" y="54428"/>
                    </a:moveTo>
                    <a:lnTo>
                      <a:pt x="231" y="31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BB8B8654-3D44-FB1C-398F-995AAF7C3D15}"/>
                  </a:ext>
                </a:extLst>
              </p:cNvPr>
              <p:cNvSpPr/>
              <p:nvPr/>
            </p:nvSpPr>
            <p:spPr>
              <a:xfrm>
                <a:off x="2869065" y="3444208"/>
                <a:ext cx="0" cy="54864"/>
              </a:xfrm>
              <a:custGeom>
                <a:avLst/>
                <a:gdLst>
                  <a:gd name="connsiteX0" fmla="*/ 299 w 6764"/>
                  <a:gd name="connsiteY0" fmla="*/ 54428 h 54115"/>
                  <a:gd name="connsiteX1" fmla="*/ 299 w 6764"/>
                  <a:gd name="connsiteY1" fmla="*/ 312 h 54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64" h="54115">
                    <a:moveTo>
                      <a:pt x="299" y="54428"/>
                    </a:moveTo>
                    <a:lnTo>
                      <a:pt x="299" y="31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224E4DF2-2F7E-09D0-41B4-A64489175AA0}"/>
                  </a:ext>
                </a:extLst>
              </p:cNvPr>
              <p:cNvSpPr/>
              <p:nvPr/>
            </p:nvSpPr>
            <p:spPr>
              <a:xfrm>
                <a:off x="3334679" y="3444208"/>
                <a:ext cx="0" cy="54864"/>
              </a:xfrm>
              <a:custGeom>
                <a:avLst/>
                <a:gdLst>
                  <a:gd name="connsiteX0" fmla="*/ 367 w 6764"/>
                  <a:gd name="connsiteY0" fmla="*/ 54428 h 54115"/>
                  <a:gd name="connsiteX1" fmla="*/ 367 w 6764"/>
                  <a:gd name="connsiteY1" fmla="*/ 312 h 54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64" h="54115">
                    <a:moveTo>
                      <a:pt x="367" y="54428"/>
                    </a:moveTo>
                    <a:lnTo>
                      <a:pt x="367" y="31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AA6BA08-90E9-8261-CED7-E71F40CC1B32}"/>
                </a:ext>
              </a:extLst>
            </p:cNvPr>
            <p:cNvSpPr/>
            <p:nvPr/>
          </p:nvSpPr>
          <p:spPr>
            <a:xfrm>
              <a:off x="2307126" y="1297294"/>
              <a:ext cx="2286000" cy="228600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0628E301-65BC-3884-1836-97F750CB1C6E}"/>
                </a:ext>
              </a:extLst>
            </p:cNvPr>
            <p:cNvSpPr/>
            <p:nvPr/>
          </p:nvSpPr>
          <p:spPr>
            <a:xfrm>
              <a:off x="5674975" y="1400853"/>
              <a:ext cx="2071934" cy="2071174"/>
            </a:xfrm>
            <a:custGeom>
              <a:avLst/>
              <a:gdLst>
                <a:gd name="connsiteX0" fmla="*/ 0 w 2047665"/>
                <a:gd name="connsiteY0" fmla="*/ 1818351 h 1818351"/>
                <a:gd name="connsiteX1" fmla="*/ 23006 w 2047665"/>
                <a:gd name="connsiteY1" fmla="*/ 1784387 h 1818351"/>
                <a:gd name="connsiteX2" fmla="*/ 46019 w 2047665"/>
                <a:gd name="connsiteY2" fmla="*/ 1751565 h 1818351"/>
                <a:gd name="connsiteX3" fmla="*/ 69025 w 2047665"/>
                <a:gd name="connsiteY3" fmla="*/ 1719806 h 1818351"/>
                <a:gd name="connsiteX4" fmla="*/ 92031 w 2047665"/>
                <a:gd name="connsiteY4" fmla="*/ 1689035 h 1818351"/>
                <a:gd name="connsiteX5" fmla="*/ 115037 w 2047665"/>
                <a:gd name="connsiteY5" fmla="*/ 1659176 h 1818351"/>
                <a:gd name="connsiteX6" fmla="*/ 138050 w 2047665"/>
                <a:gd name="connsiteY6" fmla="*/ 1630150 h 1818351"/>
                <a:gd name="connsiteX7" fmla="*/ 161056 w 2047665"/>
                <a:gd name="connsiteY7" fmla="*/ 1601881 h 1818351"/>
                <a:gd name="connsiteX8" fmla="*/ 184062 w 2047665"/>
                <a:gd name="connsiteY8" fmla="*/ 1574295 h 1818351"/>
                <a:gd name="connsiteX9" fmla="*/ 207068 w 2047665"/>
                <a:gd name="connsiteY9" fmla="*/ 1547312 h 1818351"/>
                <a:gd name="connsiteX10" fmla="*/ 230081 w 2047665"/>
                <a:gd name="connsiteY10" fmla="*/ 1520856 h 1818351"/>
                <a:gd name="connsiteX11" fmla="*/ 253087 w 2047665"/>
                <a:gd name="connsiteY11" fmla="*/ 1494846 h 1818351"/>
                <a:gd name="connsiteX12" fmla="*/ 276093 w 2047665"/>
                <a:gd name="connsiteY12" fmla="*/ 1469216 h 1818351"/>
                <a:gd name="connsiteX13" fmla="*/ 299099 w 2047665"/>
                <a:gd name="connsiteY13" fmla="*/ 1443917 h 1818351"/>
                <a:gd name="connsiteX14" fmla="*/ 322112 w 2047665"/>
                <a:gd name="connsiteY14" fmla="*/ 1419260 h 1818351"/>
                <a:gd name="connsiteX15" fmla="*/ 345118 w 2047665"/>
                <a:gd name="connsiteY15" fmla="*/ 1394867 h 1818351"/>
                <a:gd name="connsiteX16" fmla="*/ 368124 w 2047665"/>
                <a:gd name="connsiteY16" fmla="*/ 1370732 h 1818351"/>
                <a:gd name="connsiteX17" fmla="*/ 391137 w 2047665"/>
                <a:gd name="connsiteY17" fmla="*/ 1346860 h 1818351"/>
                <a:gd name="connsiteX18" fmla="*/ 414143 w 2047665"/>
                <a:gd name="connsiteY18" fmla="*/ 1323238 h 1818351"/>
                <a:gd name="connsiteX19" fmla="*/ 437149 w 2047665"/>
                <a:gd name="connsiteY19" fmla="*/ 1299860 h 1818351"/>
                <a:gd name="connsiteX20" fmla="*/ 460155 w 2047665"/>
                <a:gd name="connsiteY20" fmla="*/ 1276726 h 1818351"/>
                <a:gd name="connsiteX21" fmla="*/ 483161 w 2047665"/>
                <a:gd name="connsiteY21" fmla="*/ 1253821 h 1818351"/>
                <a:gd name="connsiteX22" fmla="*/ 506173 w 2047665"/>
                <a:gd name="connsiteY22" fmla="*/ 1231153 h 1818351"/>
                <a:gd name="connsiteX23" fmla="*/ 529179 w 2047665"/>
                <a:gd name="connsiteY23" fmla="*/ 1208709 h 1818351"/>
                <a:gd name="connsiteX24" fmla="*/ 552185 w 2047665"/>
                <a:gd name="connsiteY24" fmla="*/ 1186481 h 1818351"/>
                <a:gd name="connsiteX25" fmla="*/ 575199 w 2047665"/>
                <a:gd name="connsiteY25" fmla="*/ 1164476 h 1818351"/>
                <a:gd name="connsiteX26" fmla="*/ 598205 w 2047665"/>
                <a:gd name="connsiteY26" fmla="*/ 1142674 h 1818351"/>
                <a:gd name="connsiteX27" fmla="*/ 621211 w 2047665"/>
                <a:gd name="connsiteY27" fmla="*/ 1121075 h 1818351"/>
                <a:gd name="connsiteX28" fmla="*/ 644217 w 2047665"/>
                <a:gd name="connsiteY28" fmla="*/ 1099672 h 1818351"/>
                <a:gd name="connsiteX29" fmla="*/ 667229 w 2047665"/>
                <a:gd name="connsiteY29" fmla="*/ 1078465 h 1818351"/>
                <a:gd name="connsiteX30" fmla="*/ 690235 w 2047665"/>
                <a:gd name="connsiteY30" fmla="*/ 1057448 h 1818351"/>
                <a:gd name="connsiteX31" fmla="*/ 713241 w 2047665"/>
                <a:gd name="connsiteY31" fmla="*/ 1036606 h 1818351"/>
                <a:gd name="connsiteX32" fmla="*/ 736247 w 2047665"/>
                <a:gd name="connsiteY32" fmla="*/ 1015948 h 1818351"/>
                <a:gd name="connsiteX33" fmla="*/ 759260 w 2047665"/>
                <a:gd name="connsiteY33" fmla="*/ 995458 h 1818351"/>
                <a:gd name="connsiteX34" fmla="*/ 782266 w 2047665"/>
                <a:gd name="connsiteY34" fmla="*/ 975131 h 1818351"/>
                <a:gd name="connsiteX35" fmla="*/ 805272 w 2047665"/>
                <a:gd name="connsiteY35" fmla="*/ 954973 h 1818351"/>
                <a:gd name="connsiteX36" fmla="*/ 828278 w 2047665"/>
                <a:gd name="connsiteY36" fmla="*/ 934963 h 1818351"/>
                <a:gd name="connsiteX37" fmla="*/ 851291 w 2047665"/>
                <a:gd name="connsiteY37" fmla="*/ 915109 h 1818351"/>
                <a:gd name="connsiteX38" fmla="*/ 874297 w 2047665"/>
                <a:gd name="connsiteY38" fmla="*/ 895398 h 1818351"/>
                <a:gd name="connsiteX39" fmla="*/ 897303 w 2047665"/>
                <a:gd name="connsiteY39" fmla="*/ 875821 h 1818351"/>
                <a:gd name="connsiteX40" fmla="*/ 920309 w 2047665"/>
                <a:gd name="connsiteY40" fmla="*/ 856380 h 1818351"/>
                <a:gd name="connsiteX41" fmla="*/ 943322 w 2047665"/>
                <a:gd name="connsiteY41" fmla="*/ 837074 h 1818351"/>
                <a:gd name="connsiteX42" fmla="*/ 966328 w 2047665"/>
                <a:gd name="connsiteY42" fmla="*/ 817883 h 1818351"/>
                <a:gd name="connsiteX43" fmla="*/ 989334 w 2047665"/>
                <a:gd name="connsiteY43" fmla="*/ 798814 h 1818351"/>
                <a:gd name="connsiteX44" fmla="*/ 1012340 w 2047665"/>
                <a:gd name="connsiteY44" fmla="*/ 779860 h 1818351"/>
                <a:gd name="connsiteX45" fmla="*/ 1035353 w 2047665"/>
                <a:gd name="connsiteY45" fmla="*/ 761014 h 1818351"/>
                <a:gd name="connsiteX46" fmla="*/ 1058359 w 2047665"/>
                <a:gd name="connsiteY46" fmla="*/ 742263 h 1818351"/>
                <a:gd name="connsiteX47" fmla="*/ 1081365 w 2047665"/>
                <a:gd name="connsiteY47" fmla="*/ 723614 h 1818351"/>
                <a:gd name="connsiteX48" fmla="*/ 1104371 w 2047665"/>
                <a:gd name="connsiteY48" fmla="*/ 705052 h 1818351"/>
                <a:gd name="connsiteX49" fmla="*/ 1127384 w 2047665"/>
                <a:gd name="connsiteY49" fmla="*/ 686578 h 1818351"/>
                <a:gd name="connsiteX50" fmla="*/ 1150390 w 2047665"/>
                <a:gd name="connsiteY50" fmla="*/ 668185 h 1818351"/>
                <a:gd name="connsiteX51" fmla="*/ 1173423 w 2047665"/>
                <a:gd name="connsiteY51" fmla="*/ 649867 h 1818351"/>
                <a:gd name="connsiteX52" fmla="*/ 1196422 w 2047665"/>
                <a:gd name="connsiteY52" fmla="*/ 631623 h 1818351"/>
                <a:gd name="connsiteX53" fmla="*/ 1219421 w 2047665"/>
                <a:gd name="connsiteY53" fmla="*/ 613440 h 1818351"/>
                <a:gd name="connsiteX54" fmla="*/ 1242421 w 2047665"/>
                <a:gd name="connsiteY54" fmla="*/ 595318 h 1818351"/>
                <a:gd name="connsiteX55" fmla="*/ 1265420 w 2047665"/>
                <a:gd name="connsiteY55" fmla="*/ 577298 h 1818351"/>
                <a:gd name="connsiteX56" fmla="*/ 1288419 w 2047665"/>
                <a:gd name="connsiteY56" fmla="*/ 559352 h 1818351"/>
                <a:gd name="connsiteX57" fmla="*/ 1311419 w 2047665"/>
                <a:gd name="connsiteY57" fmla="*/ 541473 h 1818351"/>
                <a:gd name="connsiteX58" fmla="*/ 1334418 w 2047665"/>
                <a:gd name="connsiteY58" fmla="*/ 523669 h 1818351"/>
                <a:gd name="connsiteX59" fmla="*/ 1357485 w 2047665"/>
                <a:gd name="connsiteY59" fmla="*/ 505932 h 1818351"/>
                <a:gd name="connsiteX60" fmla="*/ 1380484 w 2047665"/>
                <a:gd name="connsiteY60" fmla="*/ 488263 h 1818351"/>
                <a:gd name="connsiteX61" fmla="*/ 1403483 w 2047665"/>
                <a:gd name="connsiteY61" fmla="*/ 470662 h 1818351"/>
                <a:gd name="connsiteX62" fmla="*/ 1426482 w 2047665"/>
                <a:gd name="connsiteY62" fmla="*/ 453125 h 1818351"/>
                <a:gd name="connsiteX63" fmla="*/ 1449482 w 2047665"/>
                <a:gd name="connsiteY63" fmla="*/ 435653 h 1818351"/>
                <a:gd name="connsiteX64" fmla="*/ 1472481 w 2047665"/>
                <a:gd name="connsiteY64" fmla="*/ 418244 h 1818351"/>
                <a:gd name="connsiteX65" fmla="*/ 1495481 w 2047665"/>
                <a:gd name="connsiteY65" fmla="*/ 400897 h 1818351"/>
                <a:gd name="connsiteX66" fmla="*/ 1518547 w 2047665"/>
                <a:gd name="connsiteY66" fmla="*/ 383610 h 1818351"/>
                <a:gd name="connsiteX67" fmla="*/ 1541546 w 2047665"/>
                <a:gd name="connsiteY67" fmla="*/ 366383 h 1818351"/>
                <a:gd name="connsiteX68" fmla="*/ 1564546 w 2047665"/>
                <a:gd name="connsiteY68" fmla="*/ 349214 h 1818351"/>
                <a:gd name="connsiteX69" fmla="*/ 1587545 w 2047665"/>
                <a:gd name="connsiteY69" fmla="*/ 332102 h 1818351"/>
                <a:gd name="connsiteX70" fmla="*/ 1610545 w 2047665"/>
                <a:gd name="connsiteY70" fmla="*/ 315046 h 1818351"/>
                <a:gd name="connsiteX71" fmla="*/ 1633543 w 2047665"/>
                <a:gd name="connsiteY71" fmla="*/ 298045 h 1818351"/>
                <a:gd name="connsiteX72" fmla="*/ 1656543 w 2047665"/>
                <a:gd name="connsiteY72" fmla="*/ 281097 h 1818351"/>
                <a:gd name="connsiteX73" fmla="*/ 1679542 w 2047665"/>
                <a:gd name="connsiteY73" fmla="*/ 264201 h 1818351"/>
                <a:gd name="connsiteX74" fmla="*/ 1702609 w 2047665"/>
                <a:gd name="connsiteY74" fmla="*/ 247356 h 1818351"/>
                <a:gd name="connsiteX75" fmla="*/ 1725608 w 2047665"/>
                <a:gd name="connsiteY75" fmla="*/ 230562 h 1818351"/>
                <a:gd name="connsiteX76" fmla="*/ 1748607 w 2047665"/>
                <a:gd name="connsiteY76" fmla="*/ 213816 h 1818351"/>
                <a:gd name="connsiteX77" fmla="*/ 1771607 w 2047665"/>
                <a:gd name="connsiteY77" fmla="*/ 197117 h 1818351"/>
                <a:gd name="connsiteX78" fmla="*/ 1794606 w 2047665"/>
                <a:gd name="connsiteY78" fmla="*/ 180465 h 1818351"/>
                <a:gd name="connsiteX79" fmla="*/ 1817606 w 2047665"/>
                <a:gd name="connsiteY79" fmla="*/ 163858 h 1818351"/>
                <a:gd name="connsiteX80" fmla="*/ 1840604 w 2047665"/>
                <a:gd name="connsiteY80" fmla="*/ 147295 h 1818351"/>
                <a:gd name="connsiteX81" fmla="*/ 1863604 w 2047665"/>
                <a:gd name="connsiteY81" fmla="*/ 130774 h 1818351"/>
                <a:gd name="connsiteX82" fmla="*/ 1886671 w 2047665"/>
                <a:gd name="connsiteY82" fmla="*/ 114294 h 1818351"/>
                <a:gd name="connsiteX83" fmla="*/ 1909670 w 2047665"/>
                <a:gd name="connsiteY83" fmla="*/ 97855 h 1818351"/>
                <a:gd name="connsiteX84" fmla="*/ 1932670 w 2047665"/>
                <a:gd name="connsiteY84" fmla="*/ 81455 h 1818351"/>
                <a:gd name="connsiteX85" fmla="*/ 1955668 w 2047665"/>
                <a:gd name="connsiteY85" fmla="*/ 65093 h 1818351"/>
                <a:gd name="connsiteX86" fmla="*/ 1978668 w 2047665"/>
                <a:gd name="connsiteY86" fmla="*/ 48768 h 1818351"/>
                <a:gd name="connsiteX87" fmla="*/ 2001667 w 2047665"/>
                <a:gd name="connsiteY87" fmla="*/ 32478 h 1818351"/>
                <a:gd name="connsiteX88" fmla="*/ 2024667 w 2047665"/>
                <a:gd name="connsiteY88" fmla="*/ 16223 h 1818351"/>
                <a:gd name="connsiteX89" fmla="*/ 2047666 w 2047665"/>
                <a:gd name="connsiteY89" fmla="*/ 0 h 181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047665" h="1818351">
                  <a:moveTo>
                    <a:pt x="0" y="1818351"/>
                  </a:moveTo>
                  <a:lnTo>
                    <a:pt x="23006" y="1784387"/>
                  </a:lnTo>
                  <a:lnTo>
                    <a:pt x="46019" y="1751565"/>
                  </a:lnTo>
                  <a:lnTo>
                    <a:pt x="69025" y="1719806"/>
                  </a:lnTo>
                  <a:lnTo>
                    <a:pt x="92031" y="1689035"/>
                  </a:lnTo>
                  <a:lnTo>
                    <a:pt x="115037" y="1659176"/>
                  </a:lnTo>
                  <a:lnTo>
                    <a:pt x="138050" y="1630150"/>
                  </a:lnTo>
                  <a:lnTo>
                    <a:pt x="161056" y="1601881"/>
                  </a:lnTo>
                  <a:lnTo>
                    <a:pt x="184062" y="1574295"/>
                  </a:lnTo>
                  <a:lnTo>
                    <a:pt x="207068" y="1547312"/>
                  </a:lnTo>
                  <a:lnTo>
                    <a:pt x="230081" y="1520856"/>
                  </a:lnTo>
                  <a:lnTo>
                    <a:pt x="253087" y="1494846"/>
                  </a:lnTo>
                  <a:lnTo>
                    <a:pt x="276093" y="1469216"/>
                  </a:lnTo>
                  <a:lnTo>
                    <a:pt x="299099" y="1443917"/>
                  </a:lnTo>
                  <a:lnTo>
                    <a:pt x="322112" y="1419260"/>
                  </a:lnTo>
                  <a:lnTo>
                    <a:pt x="345118" y="1394867"/>
                  </a:lnTo>
                  <a:lnTo>
                    <a:pt x="368124" y="1370732"/>
                  </a:lnTo>
                  <a:lnTo>
                    <a:pt x="391137" y="1346860"/>
                  </a:lnTo>
                  <a:lnTo>
                    <a:pt x="414143" y="1323238"/>
                  </a:lnTo>
                  <a:lnTo>
                    <a:pt x="437149" y="1299860"/>
                  </a:lnTo>
                  <a:lnTo>
                    <a:pt x="460155" y="1276726"/>
                  </a:lnTo>
                  <a:lnTo>
                    <a:pt x="483161" y="1253821"/>
                  </a:lnTo>
                  <a:lnTo>
                    <a:pt x="506173" y="1231153"/>
                  </a:lnTo>
                  <a:lnTo>
                    <a:pt x="529179" y="1208709"/>
                  </a:lnTo>
                  <a:lnTo>
                    <a:pt x="552185" y="1186481"/>
                  </a:lnTo>
                  <a:lnTo>
                    <a:pt x="575199" y="1164476"/>
                  </a:lnTo>
                  <a:lnTo>
                    <a:pt x="598205" y="1142674"/>
                  </a:lnTo>
                  <a:lnTo>
                    <a:pt x="621211" y="1121075"/>
                  </a:lnTo>
                  <a:lnTo>
                    <a:pt x="644217" y="1099672"/>
                  </a:lnTo>
                  <a:lnTo>
                    <a:pt x="667229" y="1078465"/>
                  </a:lnTo>
                  <a:lnTo>
                    <a:pt x="690235" y="1057448"/>
                  </a:lnTo>
                  <a:lnTo>
                    <a:pt x="713241" y="1036606"/>
                  </a:lnTo>
                  <a:lnTo>
                    <a:pt x="736247" y="1015948"/>
                  </a:lnTo>
                  <a:lnTo>
                    <a:pt x="759260" y="995458"/>
                  </a:lnTo>
                  <a:lnTo>
                    <a:pt x="782266" y="975131"/>
                  </a:lnTo>
                  <a:lnTo>
                    <a:pt x="805272" y="954973"/>
                  </a:lnTo>
                  <a:lnTo>
                    <a:pt x="828278" y="934963"/>
                  </a:lnTo>
                  <a:lnTo>
                    <a:pt x="851291" y="915109"/>
                  </a:lnTo>
                  <a:lnTo>
                    <a:pt x="874297" y="895398"/>
                  </a:lnTo>
                  <a:lnTo>
                    <a:pt x="897303" y="875821"/>
                  </a:lnTo>
                  <a:lnTo>
                    <a:pt x="920309" y="856380"/>
                  </a:lnTo>
                  <a:lnTo>
                    <a:pt x="943322" y="837074"/>
                  </a:lnTo>
                  <a:lnTo>
                    <a:pt x="966328" y="817883"/>
                  </a:lnTo>
                  <a:lnTo>
                    <a:pt x="989334" y="798814"/>
                  </a:lnTo>
                  <a:lnTo>
                    <a:pt x="1012340" y="779860"/>
                  </a:lnTo>
                  <a:lnTo>
                    <a:pt x="1035353" y="761014"/>
                  </a:lnTo>
                  <a:lnTo>
                    <a:pt x="1058359" y="742263"/>
                  </a:lnTo>
                  <a:lnTo>
                    <a:pt x="1081365" y="723614"/>
                  </a:lnTo>
                  <a:lnTo>
                    <a:pt x="1104371" y="705052"/>
                  </a:lnTo>
                  <a:lnTo>
                    <a:pt x="1127384" y="686578"/>
                  </a:lnTo>
                  <a:lnTo>
                    <a:pt x="1150390" y="668185"/>
                  </a:lnTo>
                  <a:lnTo>
                    <a:pt x="1173423" y="649867"/>
                  </a:lnTo>
                  <a:lnTo>
                    <a:pt x="1196422" y="631623"/>
                  </a:lnTo>
                  <a:lnTo>
                    <a:pt x="1219421" y="613440"/>
                  </a:lnTo>
                  <a:lnTo>
                    <a:pt x="1242421" y="595318"/>
                  </a:lnTo>
                  <a:lnTo>
                    <a:pt x="1265420" y="577298"/>
                  </a:lnTo>
                  <a:lnTo>
                    <a:pt x="1288419" y="559352"/>
                  </a:lnTo>
                  <a:lnTo>
                    <a:pt x="1311419" y="541473"/>
                  </a:lnTo>
                  <a:lnTo>
                    <a:pt x="1334418" y="523669"/>
                  </a:lnTo>
                  <a:lnTo>
                    <a:pt x="1357485" y="505932"/>
                  </a:lnTo>
                  <a:lnTo>
                    <a:pt x="1380484" y="488263"/>
                  </a:lnTo>
                  <a:lnTo>
                    <a:pt x="1403483" y="470662"/>
                  </a:lnTo>
                  <a:lnTo>
                    <a:pt x="1426482" y="453125"/>
                  </a:lnTo>
                  <a:lnTo>
                    <a:pt x="1449482" y="435653"/>
                  </a:lnTo>
                  <a:lnTo>
                    <a:pt x="1472481" y="418244"/>
                  </a:lnTo>
                  <a:lnTo>
                    <a:pt x="1495481" y="400897"/>
                  </a:lnTo>
                  <a:lnTo>
                    <a:pt x="1518547" y="383610"/>
                  </a:lnTo>
                  <a:lnTo>
                    <a:pt x="1541546" y="366383"/>
                  </a:lnTo>
                  <a:lnTo>
                    <a:pt x="1564546" y="349214"/>
                  </a:lnTo>
                  <a:lnTo>
                    <a:pt x="1587545" y="332102"/>
                  </a:lnTo>
                  <a:lnTo>
                    <a:pt x="1610545" y="315046"/>
                  </a:lnTo>
                  <a:lnTo>
                    <a:pt x="1633543" y="298045"/>
                  </a:lnTo>
                  <a:lnTo>
                    <a:pt x="1656543" y="281097"/>
                  </a:lnTo>
                  <a:lnTo>
                    <a:pt x="1679542" y="264201"/>
                  </a:lnTo>
                  <a:lnTo>
                    <a:pt x="1702609" y="247356"/>
                  </a:lnTo>
                  <a:lnTo>
                    <a:pt x="1725608" y="230562"/>
                  </a:lnTo>
                  <a:lnTo>
                    <a:pt x="1748607" y="213816"/>
                  </a:lnTo>
                  <a:lnTo>
                    <a:pt x="1771607" y="197117"/>
                  </a:lnTo>
                  <a:lnTo>
                    <a:pt x="1794606" y="180465"/>
                  </a:lnTo>
                  <a:lnTo>
                    <a:pt x="1817606" y="163858"/>
                  </a:lnTo>
                  <a:lnTo>
                    <a:pt x="1840604" y="147295"/>
                  </a:lnTo>
                  <a:lnTo>
                    <a:pt x="1863604" y="130774"/>
                  </a:lnTo>
                  <a:lnTo>
                    <a:pt x="1886671" y="114294"/>
                  </a:lnTo>
                  <a:lnTo>
                    <a:pt x="1909670" y="97855"/>
                  </a:lnTo>
                  <a:lnTo>
                    <a:pt x="1932670" y="81455"/>
                  </a:lnTo>
                  <a:lnTo>
                    <a:pt x="1955668" y="65093"/>
                  </a:lnTo>
                  <a:lnTo>
                    <a:pt x="1978668" y="48768"/>
                  </a:lnTo>
                  <a:lnTo>
                    <a:pt x="2001667" y="32478"/>
                  </a:lnTo>
                  <a:lnTo>
                    <a:pt x="2024667" y="16223"/>
                  </a:lnTo>
                  <a:lnTo>
                    <a:pt x="2047666" y="0"/>
                  </a:lnTo>
                </a:path>
              </a:pathLst>
            </a:custGeom>
            <a:noFill/>
            <a:ln w="25400" cap="sq">
              <a:solidFill>
                <a:srgbClr val="1F77B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18686192-CE99-B396-5A60-EF503067387A}"/>
                </a:ext>
              </a:extLst>
            </p:cNvPr>
            <p:cNvGrpSpPr/>
            <p:nvPr/>
          </p:nvGrpSpPr>
          <p:grpSpPr>
            <a:xfrm>
              <a:off x="5907767" y="1297294"/>
              <a:ext cx="1862466" cy="54864"/>
              <a:chOff x="6674947" y="3444207"/>
              <a:chExt cx="1862466" cy="54864"/>
            </a:xfrm>
          </p:grpSpPr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556A4026-3A9B-A264-D2A9-C3E4E88866BA}"/>
                  </a:ext>
                </a:extLst>
              </p:cNvPr>
              <p:cNvSpPr/>
              <p:nvPr/>
            </p:nvSpPr>
            <p:spPr>
              <a:xfrm>
                <a:off x="6674947" y="3444207"/>
                <a:ext cx="0" cy="54864"/>
              </a:xfrm>
              <a:custGeom>
                <a:avLst/>
                <a:gdLst>
                  <a:gd name="connsiteX0" fmla="*/ 864 w 6764"/>
                  <a:gd name="connsiteY0" fmla="*/ 54428 h 54115"/>
                  <a:gd name="connsiteX1" fmla="*/ 864 w 6764"/>
                  <a:gd name="connsiteY1" fmla="*/ 312 h 54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64" h="54115">
                    <a:moveTo>
                      <a:pt x="864" y="54428"/>
                    </a:moveTo>
                    <a:lnTo>
                      <a:pt x="864" y="31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B46BB8B0-EE1A-2401-3108-B743D4CE358E}"/>
                  </a:ext>
                </a:extLst>
              </p:cNvPr>
              <p:cNvSpPr/>
              <p:nvPr/>
            </p:nvSpPr>
            <p:spPr>
              <a:xfrm>
                <a:off x="7140555" y="3444207"/>
                <a:ext cx="0" cy="54864"/>
              </a:xfrm>
              <a:custGeom>
                <a:avLst/>
                <a:gdLst>
                  <a:gd name="connsiteX0" fmla="*/ 932 w 6764"/>
                  <a:gd name="connsiteY0" fmla="*/ 54428 h 54115"/>
                  <a:gd name="connsiteX1" fmla="*/ 932 w 6764"/>
                  <a:gd name="connsiteY1" fmla="*/ 312 h 54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64" h="54115">
                    <a:moveTo>
                      <a:pt x="932" y="54428"/>
                    </a:moveTo>
                    <a:lnTo>
                      <a:pt x="932" y="31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544AA16F-28DC-1A5C-0E4D-68691EC4B386}"/>
                  </a:ext>
                </a:extLst>
              </p:cNvPr>
              <p:cNvSpPr/>
              <p:nvPr/>
            </p:nvSpPr>
            <p:spPr>
              <a:xfrm>
                <a:off x="7606164" y="3444207"/>
                <a:ext cx="0" cy="54864"/>
              </a:xfrm>
              <a:custGeom>
                <a:avLst/>
                <a:gdLst>
                  <a:gd name="connsiteX0" fmla="*/ 1000 w 6764"/>
                  <a:gd name="connsiteY0" fmla="*/ 54428 h 54115"/>
                  <a:gd name="connsiteX1" fmla="*/ 1000 w 6764"/>
                  <a:gd name="connsiteY1" fmla="*/ 312 h 54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64" h="54115">
                    <a:moveTo>
                      <a:pt x="1000" y="54428"/>
                    </a:moveTo>
                    <a:lnTo>
                      <a:pt x="1000" y="31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2A034F60-4222-6DF7-28A0-45193195CAF7}"/>
                  </a:ext>
                </a:extLst>
              </p:cNvPr>
              <p:cNvSpPr/>
              <p:nvPr/>
            </p:nvSpPr>
            <p:spPr>
              <a:xfrm>
                <a:off x="8071771" y="3444207"/>
                <a:ext cx="0" cy="54864"/>
              </a:xfrm>
              <a:custGeom>
                <a:avLst/>
                <a:gdLst>
                  <a:gd name="connsiteX0" fmla="*/ 1068 w 6764"/>
                  <a:gd name="connsiteY0" fmla="*/ 54428 h 54115"/>
                  <a:gd name="connsiteX1" fmla="*/ 1068 w 6764"/>
                  <a:gd name="connsiteY1" fmla="*/ 312 h 54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64" h="54115">
                    <a:moveTo>
                      <a:pt x="1068" y="54428"/>
                    </a:moveTo>
                    <a:lnTo>
                      <a:pt x="1068" y="31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E606A844-1C64-FD39-D199-173B0A89713C}"/>
                  </a:ext>
                </a:extLst>
              </p:cNvPr>
              <p:cNvSpPr/>
              <p:nvPr/>
            </p:nvSpPr>
            <p:spPr>
              <a:xfrm>
                <a:off x="8537413" y="3444207"/>
                <a:ext cx="0" cy="54864"/>
              </a:xfrm>
              <a:custGeom>
                <a:avLst/>
                <a:gdLst>
                  <a:gd name="connsiteX0" fmla="*/ 1136 w 6764"/>
                  <a:gd name="connsiteY0" fmla="*/ 54428 h 54115"/>
                  <a:gd name="connsiteX1" fmla="*/ 1136 w 6764"/>
                  <a:gd name="connsiteY1" fmla="*/ 312 h 54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64" h="54115">
                    <a:moveTo>
                      <a:pt x="1136" y="54428"/>
                    </a:moveTo>
                    <a:lnTo>
                      <a:pt x="1136" y="31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3F812C1-4E7B-5CF8-DBDD-244C68441224}"/>
                </a:ext>
              </a:extLst>
            </p:cNvPr>
            <p:cNvGrpSpPr/>
            <p:nvPr/>
          </p:nvGrpSpPr>
          <p:grpSpPr>
            <a:xfrm>
              <a:off x="7802625" y="1419202"/>
              <a:ext cx="54756" cy="1928204"/>
              <a:chOff x="6338545" y="1349460"/>
              <a:chExt cx="54756" cy="1928204"/>
            </a:xfrm>
          </p:grpSpPr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36C17F0B-6128-6A19-D7B5-14CF730ADBC2}"/>
                  </a:ext>
                </a:extLst>
              </p:cNvPr>
              <p:cNvSpPr/>
              <p:nvPr/>
            </p:nvSpPr>
            <p:spPr>
              <a:xfrm>
                <a:off x="6338545" y="3277664"/>
                <a:ext cx="54756" cy="0"/>
              </a:xfrm>
              <a:custGeom>
                <a:avLst/>
                <a:gdLst>
                  <a:gd name="connsiteX0" fmla="*/ 814 w 54115"/>
                  <a:gd name="connsiteY0" fmla="*/ 283 h 6764"/>
                  <a:gd name="connsiteX1" fmla="*/ 54930 w 54115"/>
                  <a:gd name="connsiteY1" fmla="*/ 283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814" y="283"/>
                    </a:moveTo>
                    <a:lnTo>
                      <a:pt x="54930" y="283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8B00ED86-372B-F88C-286B-175B6E4B4033}"/>
                  </a:ext>
                </a:extLst>
              </p:cNvPr>
              <p:cNvSpPr/>
              <p:nvPr/>
            </p:nvSpPr>
            <p:spPr>
              <a:xfrm>
                <a:off x="6338545" y="3002202"/>
                <a:ext cx="54756" cy="0"/>
              </a:xfrm>
              <a:custGeom>
                <a:avLst/>
                <a:gdLst>
                  <a:gd name="connsiteX0" fmla="*/ 814 w 54115"/>
                  <a:gd name="connsiteY0" fmla="*/ 247 h 6764"/>
                  <a:gd name="connsiteX1" fmla="*/ 54930 w 54115"/>
                  <a:gd name="connsiteY1" fmla="*/ 247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814" y="247"/>
                    </a:moveTo>
                    <a:lnTo>
                      <a:pt x="54930" y="247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60AD158A-36D0-4702-B170-4318F7CE78C1}"/>
                  </a:ext>
                </a:extLst>
              </p:cNvPr>
              <p:cNvSpPr/>
              <p:nvPr/>
            </p:nvSpPr>
            <p:spPr>
              <a:xfrm>
                <a:off x="6338545" y="2726747"/>
                <a:ext cx="54756" cy="0"/>
              </a:xfrm>
              <a:custGeom>
                <a:avLst/>
                <a:gdLst>
                  <a:gd name="connsiteX0" fmla="*/ 814 w 54115"/>
                  <a:gd name="connsiteY0" fmla="*/ 211 h 6764"/>
                  <a:gd name="connsiteX1" fmla="*/ 54930 w 54115"/>
                  <a:gd name="connsiteY1" fmla="*/ 211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814" y="211"/>
                    </a:moveTo>
                    <a:lnTo>
                      <a:pt x="54930" y="211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C35EAB19-3A24-6FFC-D66B-219B1A51B164}"/>
                  </a:ext>
                </a:extLst>
              </p:cNvPr>
              <p:cNvSpPr/>
              <p:nvPr/>
            </p:nvSpPr>
            <p:spPr>
              <a:xfrm>
                <a:off x="6338545" y="2451293"/>
                <a:ext cx="54756" cy="0"/>
              </a:xfrm>
              <a:custGeom>
                <a:avLst/>
                <a:gdLst>
                  <a:gd name="connsiteX0" fmla="*/ 814 w 54115"/>
                  <a:gd name="connsiteY0" fmla="*/ 175 h 6764"/>
                  <a:gd name="connsiteX1" fmla="*/ 54930 w 54115"/>
                  <a:gd name="connsiteY1" fmla="*/ 175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814" y="175"/>
                    </a:moveTo>
                    <a:lnTo>
                      <a:pt x="54930" y="175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E2713988-B4BC-81F9-CBA4-B54AD57B9130}"/>
                  </a:ext>
                </a:extLst>
              </p:cNvPr>
              <p:cNvSpPr/>
              <p:nvPr/>
            </p:nvSpPr>
            <p:spPr>
              <a:xfrm>
                <a:off x="6338545" y="2175831"/>
                <a:ext cx="54756" cy="0"/>
              </a:xfrm>
              <a:custGeom>
                <a:avLst/>
                <a:gdLst>
                  <a:gd name="connsiteX0" fmla="*/ 814 w 54115"/>
                  <a:gd name="connsiteY0" fmla="*/ 140 h 6764"/>
                  <a:gd name="connsiteX1" fmla="*/ 54930 w 54115"/>
                  <a:gd name="connsiteY1" fmla="*/ 140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814" y="140"/>
                    </a:moveTo>
                    <a:lnTo>
                      <a:pt x="54930" y="14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339EAA2A-028F-222E-D142-78582DB21775}"/>
                  </a:ext>
                </a:extLst>
              </p:cNvPr>
              <p:cNvSpPr/>
              <p:nvPr/>
            </p:nvSpPr>
            <p:spPr>
              <a:xfrm>
                <a:off x="6338545" y="1900376"/>
                <a:ext cx="54756" cy="0"/>
              </a:xfrm>
              <a:custGeom>
                <a:avLst/>
                <a:gdLst>
                  <a:gd name="connsiteX0" fmla="*/ 814 w 54115"/>
                  <a:gd name="connsiteY0" fmla="*/ 104 h 6764"/>
                  <a:gd name="connsiteX1" fmla="*/ 54930 w 54115"/>
                  <a:gd name="connsiteY1" fmla="*/ 104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814" y="104"/>
                    </a:moveTo>
                    <a:lnTo>
                      <a:pt x="54930" y="104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E7FE89DD-95A1-EB03-7A67-646EBDAD234C}"/>
                  </a:ext>
                </a:extLst>
              </p:cNvPr>
              <p:cNvSpPr/>
              <p:nvPr/>
            </p:nvSpPr>
            <p:spPr>
              <a:xfrm>
                <a:off x="6338545" y="1624917"/>
                <a:ext cx="54756" cy="0"/>
              </a:xfrm>
              <a:custGeom>
                <a:avLst/>
                <a:gdLst>
                  <a:gd name="connsiteX0" fmla="*/ 814 w 54115"/>
                  <a:gd name="connsiteY0" fmla="*/ 68 h 6764"/>
                  <a:gd name="connsiteX1" fmla="*/ 54930 w 54115"/>
                  <a:gd name="connsiteY1" fmla="*/ 68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814" y="68"/>
                    </a:moveTo>
                    <a:lnTo>
                      <a:pt x="54930" y="68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7B560530-E6FA-B3AF-E1C8-238525A65F5B}"/>
                  </a:ext>
                </a:extLst>
              </p:cNvPr>
              <p:cNvSpPr/>
              <p:nvPr/>
            </p:nvSpPr>
            <p:spPr>
              <a:xfrm>
                <a:off x="6338545" y="1349460"/>
                <a:ext cx="54756" cy="0"/>
              </a:xfrm>
              <a:custGeom>
                <a:avLst/>
                <a:gdLst>
                  <a:gd name="connsiteX0" fmla="*/ 814 w 54115"/>
                  <a:gd name="connsiteY0" fmla="*/ 32 h 6764"/>
                  <a:gd name="connsiteX1" fmla="*/ 54930 w 54115"/>
                  <a:gd name="connsiteY1" fmla="*/ 32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814" y="32"/>
                    </a:moveTo>
                    <a:lnTo>
                      <a:pt x="54930" y="3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195BFA4-B3D7-1C07-9BF3-A19A3CB0BEA9}"/>
                </a:ext>
              </a:extLst>
            </p:cNvPr>
            <p:cNvSpPr/>
            <p:nvPr/>
          </p:nvSpPr>
          <p:spPr>
            <a:xfrm>
              <a:off x="5571381" y="1297294"/>
              <a:ext cx="2286000" cy="2286000"/>
            </a:xfrm>
            <a:prstGeom prst="rect">
              <a:avLst/>
            </a:prstGeom>
            <a:noFill/>
            <a:ln w="12700" cap="rnd"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1AC3A013-EEE3-109E-F435-11E7BFE59661}"/>
                </a:ext>
              </a:extLst>
            </p:cNvPr>
            <p:cNvGrpSpPr/>
            <p:nvPr/>
          </p:nvGrpSpPr>
          <p:grpSpPr>
            <a:xfrm>
              <a:off x="2307126" y="1607970"/>
              <a:ext cx="54756" cy="1656939"/>
              <a:chOff x="1135839" y="1538228"/>
              <a:chExt cx="54756" cy="1656939"/>
            </a:xfrm>
          </p:grpSpPr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6D5CA747-479F-D192-1FD9-80A4C389E067}"/>
                  </a:ext>
                </a:extLst>
              </p:cNvPr>
              <p:cNvSpPr/>
              <p:nvPr/>
            </p:nvSpPr>
            <p:spPr>
              <a:xfrm>
                <a:off x="1135839" y="3195167"/>
                <a:ext cx="54756" cy="0"/>
              </a:xfrm>
              <a:custGeom>
                <a:avLst/>
                <a:gdLst>
                  <a:gd name="connsiteX0" fmla="*/ 45 w 54115"/>
                  <a:gd name="connsiteY0" fmla="*/ 272 h 6764"/>
                  <a:gd name="connsiteX1" fmla="*/ 54161 w 54115"/>
                  <a:gd name="connsiteY1" fmla="*/ 272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45" y="272"/>
                    </a:moveTo>
                    <a:lnTo>
                      <a:pt x="54161" y="27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0789A546-AE01-00BE-F8E0-2238295C2920}"/>
                  </a:ext>
                </a:extLst>
              </p:cNvPr>
              <p:cNvSpPr/>
              <p:nvPr/>
            </p:nvSpPr>
            <p:spPr>
              <a:xfrm>
                <a:off x="1135839" y="2780937"/>
                <a:ext cx="54756" cy="0"/>
              </a:xfrm>
              <a:custGeom>
                <a:avLst/>
                <a:gdLst>
                  <a:gd name="connsiteX0" fmla="*/ 45 w 54115"/>
                  <a:gd name="connsiteY0" fmla="*/ 218 h 6764"/>
                  <a:gd name="connsiteX1" fmla="*/ 54161 w 54115"/>
                  <a:gd name="connsiteY1" fmla="*/ 218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45" y="218"/>
                    </a:moveTo>
                    <a:lnTo>
                      <a:pt x="54161" y="218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EB9D6F60-1B99-AB73-DE73-7E4DD0281A1B}"/>
                  </a:ext>
                </a:extLst>
              </p:cNvPr>
              <p:cNvSpPr/>
              <p:nvPr/>
            </p:nvSpPr>
            <p:spPr>
              <a:xfrm>
                <a:off x="1135839" y="2366700"/>
                <a:ext cx="54756" cy="0"/>
              </a:xfrm>
              <a:custGeom>
                <a:avLst/>
                <a:gdLst>
                  <a:gd name="connsiteX0" fmla="*/ 45 w 54115"/>
                  <a:gd name="connsiteY0" fmla="*/ 164 h 6764"/>
                  <a:gd name="connsiteX1" fmla="*/ 54161 w 54115"/>
                  <a:gd name="connsiteY1" fmla="*/ 164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45" y="164"/>
                    </a:moveTo>
                    <a:lnTo>
                      <a:pt x="54161" y="164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DD4C9CD3-6A92-B3A1-86EE-796878B748F1}"/>
                  </a:ext>
                </a:extLst>
              </p:cNvPr>
              <p:cNvSpPr/>
              <p:nvPr/>
            </p:nvSpPr>
            <p:spPr>
              <a:xfrm>
                <a:off x="1135839" y="1952462"/>
                <a:ext cx="54756" cy="0"/>
              </a:xfrm>
              <a:custGeom>
                <a:avLst/>
                <a:gdLst>
                  <a:gd name="connsiteX0" fmla="*/ 45 w 54115"/>
                  <a:gd name="connsiteY0" fmla="*/ 111 h 6764"/>
                  <a:gd name="connsiteX1" fmla="*/ 54161 w 54115"/>
                  <a:gd name="connsiteY1" fmla="*/ 111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45" y="111"/>
                    </a:moveTo>
                    <a:lnTo>
                      <a:pt x="54161" y="111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A8F1C783-318F-D972-C671-873CB57B4477}"/>
                  </a:ext>
                </a:extLst>
              </p:cNvPr>
              <p:cNvSpPr/>
              <p:nvPr/>
            </p:nvSpPr>
            <p:spPr>
              <a:xfrm>
                <a:off x="1135839" y="1538228"/>
                <a:ext cx="54756" cy="0"/>
              </a:xfrm>
              <a:custGeom>
                <a:avLst/>
                <a:gdLst>
                  <a:gd name="connsiteX0" fmla="*/ 45 w 54115"/>
                  <a:gd name="connsiteY0" fmla="*/ 57 h 6764"/>
                  <a:gd name="connsiteX1" fmla="*/ 54161 w 54115"/>
                  <a:gd name="connsiteY1" fmla="*/ 57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45" y="57"/>
                    </a:moveTo>
                    <a:lnTo>
                      <a:pt x="54161" y="57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08D1D0D3-B06E-3449-BC08-C4089B4CE6A7}"/>
                </a:ext>
              </a:extLst>
            </p:cNvPr>
            <p:cNvGrpSpPr/>
            <p:nvPr/>
          </p:nvGrpSpPr>
          <p:grpSpPr>
            <a:xfrm>
              <a:off x="1855298" y="1469470"/>
              <a:ext cx="482824" cy="1933938"/>
              <a:chOff x="1824302" y="1469470"/>
              <a:chExt cx="482824" cy="1933938"/>
            </a:xfrm>
          </p:grpSpPr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64D4C881-C405-7669-5AC5-48703E611AE5}"/>
                  </a:ext>
                </a:extLst>
              </p:cNvPr>
              <p:cNvSpPr txBox="1"/>
              <p:nvPr/>
            </p:nvSpPr>
            <p:spPr>
              <a:xfrm>
                <a:off x="1824302" y="3126409"/>
                <a:ext cx="482824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Lucida Grande"/>
                    <a:sym typeface="Lucida Grande"/>
                    <a:rtl val="0"/>
                  </a:rPr>
                  <a:t>0.96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8DD8671B-AB55-B339-97BC-B6A8D40B57DB}"/>
                  </a:ext>
                </a:extLst>
              </p:cNvPr>
              <p:cNvSpPr txBox="1"/>
              <p:nvPr/>
            </p:nvSpPr>
            <p:spPr>
              <a:xfrm>
                <a:off x="1824302" y="2712175"/>
                <a:ext cx="482824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Lucida Grande"/>
                    <a:sym typeface="Lucida Grande"/>
                    <a:rtl val="0"/>
                  </a:rPr>
                  <a:t>0.98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999EBBB9-4850-D379-054A-1E49CA703294}"/>
                  </a:ext>
                </a:extLst>
              </p:cNvPr>
              <p:cNvSpPr txBox="1"/>
              <p:nvPr/>
            </p:nvSpPr>
            <p:spPr>
              <a:xfrm>
                <a:off x="1824302" y="2297940"/>
                <a:ext cx="482824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Lucida Grande"/>
                    <a:sym typeface="Lucida Grande"/>
                    <a:rtl val="0"/>
                  </a:rPr>
                  <a:t>1.00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C468BBEE-A113-41A8-6D8C-0716A3BA269F}"/>
                  </a:ext>
                </a:extLst>
              </p:cNvPr>
              <p:cNvSpPr txBox="1"/>
              <p:nvPr/>
            </p:nvSpPr>
            <p:spPr>
              <a:xfrm>
                <a:off x="1824302" y="1883705"/>
                <a:ext cx="482824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Lucida Grande"/>
                    <a:sym typeface="Lucida Grande"/>
                    <a:rtl val="0"/>
                  </a:rPr>
                  <a:t>1.02</a:t>
                </a: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4EF81C3E-DDC4-AD50-B282-2EE13BC3BC86}"/>
                  </a:ext>
                </a:extLst>
              </p:cNvPr>
              <p:cNvSpPr txBox="1"/>
              <p:nvPr/>
            </p:nvSpPr>
            <p:spPr>
              <a:xfrm>
                <a:off x="1824302" y="1469470"/>
                <a:ext cx="482824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200" spc="0" baseline="0" dirty="0">
                    <a:ln/>
                    <a:solidFill>
                      <a:srgbClr val="000000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Lucida Grande"/>
                    <a:sym typeface="Lucida Grande"/>
                    <a:rtl val="0"/>
                  </a:rPr>
                  <a:t>1.04</a:t>
                </a:r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4C28AB64-18ED-405E-9512-0514DB141B67}"/>
                </a:ext>
              </a:extLst>
            </p:cNvPr>
            <p:cNvGrpSpPr/>
            <p:nvPr/>
          </p:nvGrpSpPr>
          <p:grpSpPr>
            <a:xfrm>
              <a:off x="2466231" y="3570742"/>
              <a:ext cx="2211568" cy="276999"/>
              <a:chOff x="2466231" y="3570742"/>
              <a:chExt cx="2211568" cy="276999"/>
            </a:xfrm>
          </p:grpSpPr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F17FAA1-4BA7-EA5D-B805-B644C6610954}"/>
                  </a:ext>
                </a:extLst>
              </p:cNvPr>
              <p:cNvSpPr txBox="1"/>
              <p:nvPr/>
            </p:nvSpPr>
            <p:spPr>
              <a:xfrm>
                <a:off x="2466231" y="3570742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Lucida Grande"/>
                    <a:sym typeface="Lucida Grande"/>
                    <a:rtl val="0"/>
                  </a:rPr>
                  <a:t>10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2278395A-0E37-14B9-4D91-02AFC0D4D3EB}"/>
                  </a:ext>
                </a:extLst>
              </p:cNvPr>
              <p:cNvSpPr txBox="1"/>
              <p:nvPr/>
            </p:nvSpPr>
            <p:spPr>
              <a:xfrm>
                <a:off x="2926386" y="3570742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200" spc="0" baseline="0" dirty="0">
                    <a:ln/>
                    <a:solidFill>
                      <a:srgbClr val="000000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Lucida Grande"/>
                    <a:sym typeface="Lucida Grande"/>
                    <a:rtl val="0"/>
                  </a:rPr>
                  <a:t>20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0CD9F409-EA61-49A5-CF44-EBFA2B8E2979}"/>
                  </a:ext>
                </a:extLst>
              </p:cNvPr>
              <p:cNvSpPr txBox="1"/>
              <p:nvPr/>
            </p:nvSpPr>
            <p:spPr>
              <a:xfrm>
                <a:off x="3386541" y="3570742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Lucida Grande"/>
                    <a:sym typeface="Lucida Grande"/>
                    <a:rtl val="0"/>
                  </a:rPr>
                  <a:t>30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1A3398F-31F2-F184-A911-0CF2E6935253}"/>
                  </a:ext>
                </a:extLst>
              </p:cNvPr>
              <p:cNvSpPr txBox="1"/>
              <p:nvPr/>
            </p:nvSpPr>
            <p:spPr>
              <a:xfrm>
                <a:off x="3863060" y="3570742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Lucida Grande"/>
                    <a:sym typeface="Lucida Grande"/>
                    <a:rtl val="0"/>
                  </a:rPr>
                  <a:t>40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2B94C96A-AC51-FCEB-BD7E-48481B36F729}"/>
                  </a:ext>
                </a:extLst>
              </p:cNvPr>
              <p:cNvSpPr txBox="1"/>
              <p:nvPr/>
            </p:nvSpPr>
            <p:spPr>
              <a:xfrm>
                <a:off x="4323215" y="3570742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Lucida Grande"/>
                    <a:sym typeface="Lucida Grande"/>
                    <a:rtl val="0"/>
                  </a:rPr>
                  <a:t>50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1413C4F8-A3F9-A8DE-FE8F-29B02FB4BC28}"/>
                </a:ext>
              </a:extLst>
            </p:cNvPr>
            <p:cNvGrpSpPr/>
            <p:nvPr/>
          </p:nvGrpSpPr>
          <p:grpSpPr>
            <a:xfrm>
              <a:off x="2643527" y="3513950"/>
              <a:ext cx="1862439" cy="54864"/>
              <a:chOff x="1472240" y="3444208"/>
              <a:chExt cx="1862439" cy="54864"/>
            </a:xfrm>
          </p:grpSpPr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DDAD7AE5-9C2F-7BF6-BC01-919127181C7E}"/>
                  </a:ext>
                </a:extLst>
              </p:cNvPr>
              <p:cNvSpPr/>
              <p:nvPr/>
            </p:nvSpPr>
            <p:spPr>
              <a:xfrm>
                <a:off x="1472240" y="3444208"/>
                <a:ext cx="0" cy="54864"/>
              </a:xfrm>
              <a:custGeom>
                <a:avLst/>
                <a:gdLst>
                  <a:gd name="connsiteX0" fmla="*/ 94 w 6764"/>
                  <a:gd name="connsiteY0" fmla="*/ 54428 h 54115"/>
                  <a:gd name="connsiteX1" fmla="*/ 94 w 6764"/>
                  <a:gd name="connsiteY1" fmla="*/ 312 h 54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64" h="54115">
                    <a:moveTo>
                      <a:pt x="94" y="54428"/>
                    </a:moveTo>
                    <a:lnTo>
                      <a:pt x="94" y="31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EF24A2E1-8842-BC71-1062-2C9C08BAE27D}"/>
                  </a:ext>
                </a:extLst>
              </p:cNvPr>
              <p:cNvSpPr/>
              <p:nvPr/>
            </p:nvSpPr>
            <p:spPr>
              <a:xfrm>
                <a:off x="1937849" y="3444208"/>
                <a:ext cx="0" cy="54864"/>
              </a:xfrm>
              <a:custGeom>
                <a:avLst/>
                <a:gdLst>
                  <a:gd name="connsiteX0" fmla="*/ 163 w 6764"/>
                  <a:gd name="connsiteY0" fmla="*/ 54428 h 54115"/>
                  <a:gd name="connsiteX1" fmla="*/ 163 w 6764"/>
                  <a:gd name="connsiteY1" fmla="*/ 312 h 54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64" h="54115">
                    <a:moveTo>
                      <a:pt x="163" y="54428"/>
                    </a:moveTo>
                    <a:lnTo>
                      <a:pt x="163" y="31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780CB2BE-6D60-0526-C88E-073B119D9133}"/>
                  </a:ext>
                </a:extLst>
              </p:cNvPr>
              <p:cNvSpPr/>
              <p:nvPr/>
            </p:nvSpPr>
            <p:spPr>
              <a:xfrm>
                <a:off x="2403456" y="3444208"/>
                <a:ext cx="0" cy="54864"/>
              </a:xfrm>
              <a:custGeom>
                <a:avLst/>
                <a:gdLst>
                  <a:gd name="connsiteX0" fmla="*/ 231 w 6764"/>
                  <a:gd name="connsiteY0" fmla="*/ 54428 h 54115"/>
                  <a:gd name="connsiteX1" fmla="*/ 231 w 6764"/>
                  <a:gd name="connsiteY1" fmla="*/ 312 h 54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64" h="54115">
                    <a:moveTo>
                      <a:pt x="231" y="54428"/>
                    </a:moveTo>
                    <a:lnTo>
                      <a:pt x="231" y="31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6D0C0D9C-62E2-9F79-0B9A-0D9B7C2402BF}"/>
                  </a:ext>
                </a:extLst>
              </p:cNvPr>
              <p:cNvSpPr/>
              <p:nvPr/>
            </p:nvSpPr>
            <p:spPr>
              <a:xfrm>
                <a:off x="2869065" y="3444208"/>
                <a:ext cx="0" cy="54864"/>
              </a:xfrm>
              <a:custGeom>
                <a:avLst/>
                <a:gdLst>
                  <a:gd name="connsiteX0" fmla="*/ 299 w 6764"/>
                  <a:gd name="connsiteY0" fmla="*/ 54428 h 54115"/>
                  <a:gd name="connsiteX1" fmla="*/ 299 w 6764"/>
                  <a:gd name="connsiteY1" fmla="*/ 312 h 54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64" h="54115">
                    <a:moveTo>
                      <a:pt x="299" y="54428"/>
                    </a:moveTo>
                    <a:lnTo>
                      <a:pt x="299" y="31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957CE711-DA13-5227-24A2-66131D57AD5F}"/>
                  </a:ext>
                </a:extLst>
              </p:cNvPr>
              <p:cNvSpPr/>
              <p:nvPr/>
            </p:nvSpPr>
            <p:spPr>
              <a:xfrm>
                <a:off x="3334679" y="3444208"/>
                <a:ext cx="0" cy="54864"/>
              </a:xfrm>
              <a:custGeom>
                <a:avLst/>
                <a:gdLst>
                  <a:gd name="connsiteX0" fmla="*/ 367 w 6764"/>
                  <a:gd name="connsiteY0" fmla="*/ 54428 h 54115"/>
                  <a:gd name="connsiteX1" fmla="*/ 367 w 6764"/>
                  <a:gd name="connsiteY1" fmla="*/ 312 h 54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64" h="54115">
                    <a:moveTo>
                      <a:pt x="367" y="54428"/>
                    </a:moveTo>
                    <a:lnTo>
                      <a:pt x="367" y="31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992CD5CB-594F-D0D9-8AEF-61BABFEAA99B}"/>
                </a:ext>
              </a:extLst>
            </p:cNvPr>
            <p:cNvGrpSpPr/>
            <p:nvPr/>
          </p:nvGrpSpPr>
          <p:grpSpPr>
            <a:xfrm>
              <a:off x="5571381" y="1419202"/>
              <a:ext cx="54756" cy="1928204"/>
              <a:chOff x="6338545" y="1349460"/>
              <a:chExt cx="54756" cy="1928204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2D664F33-D47F-C4D8-52F1-2F39776144DC}"/>
                  </a:ext>
                </a:extLst>
              </p:cNvPr>
              <p:cNvSpPr/>
              <p:nvPr/>
            </p:nvSpPr>
            <p:spPr>
              <a:xfrm>
                <a:off x="6338545" y="3277664"/>
                <a:ext cx="54756" cy="0"/>
              </a:xfrm>
              <a:custGeom>
                <a:avLst/>
                <a:gdLst>
                  <a:gd name="connsiteX0" fmla="*/ 814 w 54115"/>
                  <a:gd name="connsiteY0" fmla="*/ 283 h 6764"/>
                  <a:gd name="connsiteX1" fmla="*/ 54930 w 54115"/>
                  <a:gd name="connsiteY1" fmla="*/ 283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814" y="283"/>
                    </a:moveTo>
                    <a:lnTo>
                      <a:pt x="54930" y="283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B2473D29-D337-FE8B-9700-06EA6E419B9D}"/>
                  </a:ext>
                </a:extLst>
              </p:cNvPr>
              <p:cNvSpPr/>
              <p:nvPr/>
            </p:nvSpPr>
            <p:spPr>
              <a:xfrm>
                <a:off x="6338545" y="3002202"/>
                <a:ext cx="54756" cy="0"/>
              </a:xfrm>
              <a:custGeom>
                <a:avLst/>
                <a:gdLst>
                  <a:gd name="connsiteX0" fmla="*/ 814 w 54115"/>
                  <a:gd name="connsiteY0" fmla="*/ 247 h 6764"/>
                  <a:gd name="connsiteX1" fmla="*/ 54930 w 54115"/>
                  <a:gd name="connsiteY1" fmla="*/ 247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814" y="247"/>
                    </a:moveTo>
                    <a:lnTo>
                      <a:pt x="54930" y="247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0DC07D5C-CD1F-640C-0EEF-31215B71EB57}"/>
                  </a:ext>
                </a:extLst>
              </p:cNvPr>
              <p:cNvSpPr/>
              <p:nvPr/>
            </p:nvSpPr>
            <p:spPr>
              <a:xfrm>
                <a:off x="6338545" y="2726747"/>
                <a:ext cx="54756" cy="0"/>
              </a:xfrm>
              <a:custGeom>
                <a:avLst/>
                <a:gdLst>
                  <a:gd name="connsiteX0" fmla="*/ 814 w 54115"/>
                  <a:gd name="connsiteY0" fmla="*/ 211 h 6764"/>
                  <a:gd name="connsiteX1" fmla="*/ 54930 w 54115"/>
                  <a:gd name="connsiteY1" fmla="*/ 211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814" y="211"/>
                    </a:moveTo>
                    <a:lnTo>
                      <a:pt x="54930" y="211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4015A76D-9C28-BA7C-22E7-478B546AAFC3}"/>
                  </a:ext>
                </a:extLst>
              </p:cNvPr>
              <p:cNvSpPr/>
              <p:nvPr/>
            </p:nvSpPr>
            <p:spPr>
              <a:xfrm>
                <a:off x="6338545" y="2451293"/>
                <a:ext cx="54756" cy="0"/>
              </a:xfrm>
              <a:custGeom>
                <a:avLst/>
                <a:gdLst>
                  <a:gd name="connsiteX0" fmla="*/ 814 w 54115"/>
                  <a:gd name="connsiteY0" fmla="*/ 175 h 6764"/>
                  <a:gd name="connsiteX1" fmla="*/ 54930 w 54115"/>
                  <a:gd name="connsiteY1" fmla="*/ 175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814" y="175"/>
                    </a:moveTo>
                    <a:lnTo>
                      <a:pt x="54930" y="175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41CFA697-8732-15B1-3D44-4A2311CFC842}"/>
                  </a:ext>
                </a:extLst>
              </p:cNvPr>
              <p:cNvSpPr/>
              <p:nvPr/>
            </p:nvSpPr>
            <p:spPr>
              <a:xfrm>
                <a:off x="6338545" y="2175831"/>
                <a:ext cx="54756" cy="0"/>
              </a:xfrm>
              <a:custGeom>
                <a:avLst/>
                <a:gdLst>
                  <a:gd name="connsiteX0" fmla="*/ 814 w 54115"/>
                  <a:gd name="connsiteY0" fmla="*/ 140 h 6764"/>
                  <a:gd name="connsiteX1" fmla="*/ 54930 w 54115"/>
                  <a:gd name="connsiteY1" fmla="*/ 140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814" y="140"/>
                    </a:moveTo>
                    <a:lnTo>
                      <a:pt x="54930" y="14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51C2E170-F18E-2AFA-E98B-6A4E18A07119}"/>
                  </a:ext>
                </a:extLst>
              </p:cNvPr>
              <p:cNvSpPr/>
              <p:nvPr/>
            </p:nvSpPr>
            <p:spPr>
              <a:xfrm>
                <a:off x="6338545" y="1900376"/>
                <a:ext cx="54756" cy="0"/>
              </a:xfrm>
              <a:custGeom>
                <a:avLst/>
                <a:gdLst>
                  <a:gd name="connsiteX0" fmla="*/ 814 w 54115"/>
                  <a:gd name="connsiteY0" fmla="*/ 104 h 6764"/>
                  <a:gd name="connsiteX1" fmla="*/ 54930 w 54115"/>
                  <a:gd name="connsiteY1" fmla="*/ 104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814" y="104"/>
                    </a:moveTo>
                    <a:lnTo>
                      <a:pt x="54930" y="104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F3CCE4E9-2B13-E3DD-2D7A-58F22E136880}"/>
                  </a:ext>
                </a:extLst>
              </p:cNvPr>
              <p:cNvSpPr/>
              <p:nvPr/>
            </p:nvSpPr>
            <p:spPr>
              <a:xfrm>
                <a:off x="6338545" y="1624917"/>
                <a:ext cx="54756" cy="0"/>
              </a:xfrm>
              <a:custGeom>
                <a:avLst/>
                <a:gdLst>
                  <a:gd name="connsiteX0" fmla="*/ 814 w 54115"/>
                  <a:gd name="connsiteY0" fmla="*/ 68 h 6764"/>
                  <a:gd name="connsiteX1" fmla="*/ 54930 w 54115"/>
                  <a:gd name="connsiteY1" fmla="*/ 68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814" y="68"/>
                    </a:moveTo>
                    <a:lnTo>
                      <a:pt x="54930" y="68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040411C8-5128-8D23-8A7F-853498A775A2}"/>
                  </a:ext>
                </a:extLst>
              </p:cNvPr>
              <p:cNvSpPr/>
              <p:nvPr/>
            </p:nvSpPr>
            <p:spPr>
              <a:xfrm>
                <a:off x="6338545" y="1349460"/>
                <a:ext cx="54756" cy="0"/>
              </a:xfrm>
              <a:custGeom>
                <a:avLst/>
                <a:gdLst>
                  <a:gd name="connsiteX0" fmla="*/ 814 w 54115"/>
                  <a:gd name="connsiteY0" fmla="*/ 32 h 6764"/>
                  <a:gd name="connsiteX1" fmla="*/ 54930 w 54115"/>
                  <a:gd name="connsiteY1" fmla="*/ 32 h 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15" h="6764">
                    <a:moveTo>
                      <a:pt x="814" y="32"/>
                    </a:moveTo>
                    <a:lnTo>
                      <a:pt x="54930" y="3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C19A0DC4-B30F-E227-D5C3-4EE62B3E4546}"/>
                </a:ext>
              </a:extLst>
            </p:cNvPr>
            <p:cNvGrpSpPr/>
            <p:nvPr/>
          </p:nvGrpSpPr>
          <p:grpSpPr>
            <a:xfrm>
              <a:off x="4990452" y="1280702"/>
              <a:ext cx="689415" cy="2205203"/>
              <a:chOff x="4881966" y="1280702"/>
              <a:chExt cx="689415" cy="2205203"/>
            </a:xfrm>
          </p:grpSpPr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CADFC8BF-71B9-A8ED-9DCE-FD5718653AAF}"/>
                  </a:ext>
                </a:extLst>
              </p:cNvPr>
              <p:cNvSpPr txBox="1"/>
              <p:nvPr/>
            </p:nvSpPr>
            <p:spPr>
              <a:xfrm>
                <a:off x="4881966" y="1280702"/>
                <a:ext cx="689415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200" dirty="0">
                    <a:latin typeface="Helvetica Neue Light" panose="02000403000000020004" pitchFamily="2" charset="0"/>
                    <a:ea typeface="Helvetica Neue Light" panose="02000403000000020004" pitchFamily="2" charset="0"/>
                  </a:rPr>
                  <a:t>205.0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AD238739-7140-E11B-A443-5DAABAD002F2}"/>
                  </a:ext>
                </a:extLst>
              </p:cNvPr>
              <p:cNvSpPr txBox="1"/>
              <p:nvPr/>
            </p:nvSpPr>
            <p:spPr>
              <a:xfrm>
                <a:off x="4881966" y="1556160"/>
                <a:ext cx="689415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200" dirty="0">
                    <a:latin typeface="Helvetica Neue Light" panose="02000403000000020004" pitchFamily="2" charset="0"/>
                    <a:ea typeface="Helvetica Neue Light" panose="02000403000000020004" pitchFamily="2" charset="0"/>
                  </a:rPr>
                  <a:t>204.5</a:t>
                </a:r>
                <a:endParaRPr lang="en-US" sz="1200" dirty="0">
                  <a:latin typeface="Helvetica Neue Light" panose="02000403000000020004" pitchFamily="2" charset="0"/>
                  <a:ea typeface="Helvetica Neue Light" panose="02000403000000020004" pitchFamily="2" charset="0"/>
                </a:endParaRP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0A458900-436F-054A-609F-4EE3B2B75771}"/>
                  </a:ext>
                </a:extLst>
              </p:cNvPr>
              <p:cNvSpPr txBox="1"/>
              <p:nvPr/>
            </p:nvSpPr>
            <p:spPr>
              <a:xfrm>
                <a:off x="4881966" y="1831618"/>
                <a:ext cx="689415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200" dirty="0">
                    <a:latin typeface="Helvetica Neue Light" panose="02000403000000020004" pitchFamily="2" charset="0"/>
                    <a:ea typeface="Helvetica Neue Light" panose="02000403000000020004" pitchFamily="2" charset="0"/>
                  </a:rPr>
                  <a:t>204.0</a:t>
                </a:r>
                <a:endParaRPr lang="en-US" sz="1200" dirty="0">
                  <a:latin typeface="Helvetica Neue Light" panose="02000403000000020004" pitchFamily="2" charset="0"/>
                  <a:ea typeface="Helvetica Neue Light" panose="02000403000000020004" pitchFamily="2" charset="0"/>
                </a:endParaRP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F7D8FDB-FF8A-B1DB-0B8B-A4571C826F2B}"/>
                  </a:ext>
                </a:extLst>
              </p:cNvPr>
              <p:cNvSpPr txBox="1"/>
              <p:nvPr/>
            </p:nvSpPr>
            <p:spPr>
              <a:xfrm>
                <a:off x="4881966" y="2107076"/>
                <a:ext cx="689415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200" dirty="0">
                    <a:latin typeface="Helvetica Neue Light" panose="02000403000000020004" pitchFamily="2" charset="0"/>
                    <a:ea typeface="Helvetica Neue Light" panose="02000403000000020004" pitchFamily="2" charset="0"/>
                  </a:rPr>
                  <a:t>203.5</a:t>
                </a:r>
                <a:endParaRPr lang="en-US" sz="1200" dirty="0">
                  <a:latin typeface="Helvetica Neue Light" panose="02000403000000020004" pitchFamily="2" charset="0"/>
                  <a:ea typeface="Helvetica Neue Light" panose="02000403000000020004" pitchFamily="2" charset="0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FB523869-247A-4CA6-32E1-DCF526319A4D}"/>
                  </a:ext>
                </a:extLst>
              </p:cNvPr>
              <p:cNvSpPr txBox="1"/>
              <p:nvPr/>
            </p:nvSpPr>
            <p:spPr>
              <a:xfrm>
                <a:off x="4881966" y="2382534"/>
                <a:ext cx="689415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200" dirty="0">
                    <a:latin typeface="Helvetica Neue Light" panose="02000403000000020004" pitchFamily="2" charset="0"/>
                    <a:ea typeface="Helvetica Neue Light" panose="02000403000000020004" pitchFamily="2" charset="0"/>
                  </a:rPr>
                  <a:t>203.0</a:t>
                </a:r>
                <a:endParaRPr lang="en-US" sz="1200" dirty="0">
                  <a:latin typeface="Helvetica Neue Light" panose="02000403000000020004" pitchFamily="2" charset="0"/>
                  <a:ea typeface="Helvetica Neue Light" panose="02000403000000020004" pitchFamily="2" charset="0"/>
                </a:endParaRP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69CF68A-871A-13E0-F7E3-C6A2B8BB3513}"/>
                  </a:ext>
                </a:extLst>
              </p:cNvPr>
              <p:cNvSpPr txBox="1"/>
              <p:nvPr/>
            </p:nvSpPr>
            <p:spPr>
              <a:xfrm>
                <a:off x="4881966" y="2657992"/>
                <a:ext cx="689415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200" dirty="0">
                    <a:latin typeface="Helvetica Neue Light" panose="02000403000000020004" pitchFamily="2" charset="0"/>
                    <a:ea typeface="Helvetica Neue Light" panose="02000403000000020004" pitchFamily="2" charset="0"/>
                  </a:rPr>
                  <a:t>202.5</a:t>
                </a:r>
                <a:endParaRPr lang="en-US" sz="1200" dirty="0">
                  <a:latin typeface="Helvetica Neue Light" panose="02000403000000020004" pitchFamily="2" charset="0"/>
                  <a:ea typeface="Helvetica Neue Light" panose="02000403000000020004" pitchFamily="2" charset="0"/>
                </a:endParaRP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20BBF9DB-07D2-6345-5002-B43E1DC41828}"/>
                  </a:ext>
                </a:extLst>
              </p:cNvPr>
              <p:cNvSpPr txBox="1"/>
              <p:nvPr/>
            </p:nvSpPr>
            <p:spPr>
              <a:xfrm>
                <a:off x="4881966" y="2933450"/>
                <a:ext cx="689415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200" dirty="0">
                    <a:latin typeface="Helvetica Neue Light" panose="02000403000000020004" pitchFamily="2" charset="0"/>
                    <a:ea typeface="Helvetica Neue Light" panose="02000403000000020004" pitchFamily="2" charset="0"/>
                  </a:rPr>
                  <a:t>202.0</a:t>
                </a:r>
                <a:endParaRPr lang="en-US" sz="1200" dirty="0">
                  <a:latin typeface="Helvetica Neue Light" panose="02000403000000020004" pitchFamily="2" charset="0"/>
                  <a:ea typeface="Helvetica Neue Light" panose="02000403000000020004" pitchFamily="2" charset="0"/>
                </a:endParaRP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EE27A34B-C0EC-E338-223E-194FACAAECCA}"/>
                  </a:ext>
                </a:extLst>
              </p:cNvPr>
              <p:cNvSpPr txBox="1"/>
              <p:nvPr/>
            </p:nvSpPr>
            <p:spPr>
              <a:xfrm>
                <a:off x="4881966" y="3208906"/>
                <a:ext cx="689415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200" dirty="0">
                    <a:latin typeface="Helvetica Neue Light" panose="02000403000000020004" pitchFamily="2" charset="0"/>
                    <a:ea typeface="Helvetica Neue Light" panose="02000403000000020004" pitchFamily="2" charset="0"/>
                  </a:rPr>
                  <a:t>201.5</a:t>
                </a:r>
                <a:endParaRPr lang="en-US" sz="1200" dirty="0">
                  <a:latin typeface="Helvetica Neue Light" panose="02000403000000020004" pitchFamily="2" charset="0"/>
                  <a:ea typeface="Helvetica Neue Light" panose="02000403000000020004" pitchFamily="2" charset="0"/>
                </a:endParaRPr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1C7510F2-EBB5-1AB4-F63B-4D2D13F54481}"/>
                </a:ext>
              </a:extLst>
            </p:cNvPr>
            <p:cNvGrpSpPr/>
            <p:nvPr/>
          </p:nvGrpSpPr>
          <p:grpSpPr>
            <a:xfrm>
              <a:off x="5907783" y="3528430"/>
              <a:ext cx="1862466" cy="54864"/>
              <a:chOff x="6674947" y="3444207"/>
              <a:chExt cx="1862466" cy="54864"/>
            </a:xfrm>
          </p:grpSpPr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05E18B09-E947-0FA0-7310-D483A596218F}"/>
                  </a:ext>
                </a:extLst>
              </p:cNvPr>
              <p:cNvSpPr/>
              <p:nvPr/>
            </p:nvSpPr>
            <p:spPr>
              <a:xfrm>
                <a:off x="6674947" y="3444207"/>
                <a:ext cx="0" cy="54864"/>
              </a:xfrm>
              <a:custGeom>
                <a:avLst/>
                <a:gdLst>
                  <a:gd name="connsiteX0" fmla="*/ 864 w 6764"/>
                  <a:gd name="connsiteY0" fmla="*/ 54428 h 54115"/>
                  <a:gd name="connsiteX1" fmla="*/ 864 w 6764"/>
                  <a:gd name="connsiteY1" fmla="*/ 312 h 54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64" h="54115">
                    <a:moveTo>
                      <a:pt x="864" y="54428"/>
                    </a:moveTo>
                    <a:lnTo>
                      <a:pt x="864" y="31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F37C3534-474E-4268-DEF7-595CDDB2CF16}"/>
                  </a:ext>
                </a:extLst>
              </p:cNvPr>
              <p:cNvSpPr/>
              <p:nvPr/>
            </p:nvSpPr>
            <p:spPr>
              <a:xfrm>
                <a:off x="7140555" y="3444207"/>
                <a:ext cx="0" cy="54864"/>
              </a:xfrm>
              <a:custGeom>
                <a:avLst/>
                <a:gdLst>
                  <a:gd name="connsiteX0" fmla="*/ 932 w 6764"/>
                  <a:gd name="connsiteY0" fmla="*/ 54428 h 54115"/>
                  <a:gd name="connsiteX1" fmla="*/ 932 w 6764"/>
                  <a:gd name="connsiteY1" fmla="*/ 312 h 54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64" h="54115">
                    <a:moveTo>
                      <a:pt x="932" y="54428"/>
                    </a:moveTo>
                    <a:lnTo>
                      <a:pt x="932" y="31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30CD2383-D2A6-DF96-E9BA-3FDDFF0549FC}"/>
                  </a:ext>
                </a:extLst>
              </p:cNvPr>
              <p:cNvSpPr/>
              <p:nvPr/>
            </p:nvSpPr>
            <p:spPr>
              <a:xfrm>
                <a:off x="7606164" y="3444207"/>
                <a:ext cx="0" cy="54864"/>
              </a:xfrm>
              <a:custGeom>
                <a:avLst/>
                <a:gdLst>
                  <a:gd name="connsiteX0" fmla="*/ 1000 w 6764"/>
                  <a:gd name="connsiteY0" fmla="*/ 54428 h 54115"/>
                  <a:gd name="connsiteX1" fmla="*/ 1000 w 6764"/>
                  <a:gd name="connsiteY1" fmla="*/ 312 h 54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64" h="54115">
                    <a:moveTo>
                      <a:pt x="1000" y="54428"/>
                    </a:moveTo>
                    <a:lnTo>
                      <a:pt x="1000" y="31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00DB30F3-CAB1-2899-951B-A37FBB64A9D1}"/>
                  </a:ext>
                </a:extLst>
              </p:cNvPr>
              <p:cNvSpPr/>
              <p:nvPr/>
            </p:nvSpPr>
            <p:spPr>
              <a:xfrm>
                <a:off x="8071771" y="3444207"/>
                <a:ext cx="0" cy="54864"/>
              </a:xfrm>
              <a:custGeom>
                <a:avLst/>
                <a:gdLst>
                  <a:gd name="connsiteX0" fmla="*/ 1068 w 6764"/>
                  <a:gd name="connsiteY0" fmla="*/ 54428 h 54115"/>
                  <a:gd name="connsiteX1" fmla="*/ 1068 w 6764"/>
                  <a:gd name="connsiteY1" fmla="*/ 312 h 54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64" h="54115">
                    <a:moveTo>
                      <a:pt x="1068" y="54428"/>
                    </a:moveTo>
                    <a:lnTo>
                      <a:pt x="1068" y="31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682AC1FF-5654-F1BB-4BD0-056425545D88}"/>
                  </a:ext>
                </a:extLst>
              </p:cNvPr>
              <p:cNvSpPr/>
              <p:nvPr/>
            </p:nvSpPr>
            <p:spPr>
              <a:xfrm>
                <a:off x="8537413" y="3444207"/>
                <a:ext cx="0" cy="54864"/>
              </a:xfrm>
              <a:custGeom>
                <a:avLst/>
                <a:gdLst>
                  <a:gd name="connsiteX0" fmla="*/ 1136 w 6764"/>
                  <a:gd name="connsiteY0" fmla="*/ 54428 h 54115"/>
                  <a:gd name="connsiteX1" fmla="*/ 1136 w 6764"/>
                  <a:gd name="connsiteY1" fmla="*/ 312 h 54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64" h="54115">
                    <a:moveTo>
                      <a:pt x="1136" y="54428"/>
                    </a:moveTo>
                    <a:lnTo>
                      <a:pt x="1136" y="312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050DDAEB-1069-2F24-E724-1740684753F0}"/>
                </a:ext>
              </a:extLst>
            </p:cNvPr>
            <p:cNvGrpSpPr/>
            <p:nvPr/>
          </p:nvGrpSpPr>
          <p:grpSpPr>
            <a:xfrm>
              <a:off x="5733216" y="3570742"/>
              <a:ext cx="2211568" cy="276999"/>
              <a:chOff x="2466231" y="3570742"/>
              <a:chExt cx="2211568" cy="276999"/>
            </a:xfrm>
          </p:grpSpPr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1DD64FDF-4AAF-A30B-3DAF-3375076B6791}"/>
                  </a:ext>
                </a:extLst>
              </p:cNvPr>
              <p:cNvSpPr txBox="1"/>
              <p:nvPr/>
            </p:nvSpPr>
            <p:spPr>
              <a:xfrm>
                <a:off x="2466231" y="3570742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200" spc="0" baseline="0" dirty="0">
                    <a:ln/>
                    <a:solidFill>
                      <a:srgbClr val="000000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Lucida Grande"/>
                    <a:sym typeface="Lucida Grande"/>
                    <a:rtl val="0"/>
                  </a:rPr>
                  <a:t>10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8EDB8BA0-1B25-782D-8FCE-BB262B1401EC}"/>
                  </a:ext>
                </a:extLst>
              </p:cNvPr>
              <p:cNvSpPr txBox="1"/>
              <p:nvPr/>
            </p:nvSpPr>
            <p:spPr>
              <a:xfrm>
                <a:off x="2926386" y="3570742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200" spc="0" baseline="0" dirty="0">
                    <a:ln/>
                    <a:solidFill>
                      <a:srgbClr val="000000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Lucida Grande"/>
                    <a:sym typeface="Lucida Grande"/>
                    <a:rtl val="0"/>
                  </a:rPr>
                  <a:t>20</a:t>
                </a: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E8CFB41C-26B2-CEBE-03F7-8526A64BAAF7}"/>
                  </a:ext>
                </a:extLst>
              </p:cNvPr>
              <p:cNvSpPr txBox="1"/>
              <p:nvPr/>
            </p:nvSpPr>
            <p:spPr>
              <a:xfrm>
                <a:off x="3386541" y="3570742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Lucida Grande"/>
                    <a:sym typeface="Lucida Grande"/>
                    <a:rtl val="0"/>
                  </a:rPr>
                  <a:t>30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5457E9F-9C3B-4645-44A0-FF097CEC3133}"/>
                  </a:ext>
                </a:extLst>
              </p:cNvPr>
              <p:cNvSpPr txBox="1"/>
              <p:nvPr/>
            </p:nvSpPr>
            <p:spPr>
              <a:xfrm>
                <a:off x="3863060" y="3570742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Lucida Grande"/>
                    <a:sym typeface="Lucida Grande"/>
                    <a:rtl val="0"/>
                  </a:rPr>
                  <a:t>40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1FD19277-D700-1A30-853B-87C984EE6ADC}"/>
                  </a:ext>
                </a:extLst>
              </p:cNvPr>
              <p:cNvSpPr txBox="1"/>
              <p:nvPr/>
            </p:nvSpPr>
            <p:spPr>
              <a:xfrm>
                <a:off x="4323215" y="3570742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Lucida Grande"/>
                    <a:sym typeface="Lucida Grande"/>
                    <a:rtl val="0"/>
                  </a:rPr>
                  <a:t>50</a:t>
                </a:r>
              </a:p>
            </p:txBody>
          </p:sp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E8D08AB8-F62C-F516-A9D6-BC95CCB10EAF}"/>
                </a:ext>
              </a:extLst>
            </p:cNvPr>
            <p:cNvSpPr txBox="1"/>
            <p:nvPr/>
          </p:nvSpPr>
          <p:spPr>
            <a:xfrm rot="16200000">
              <a:off x="663042" y="2286404"/>
              <a:ext cx="2285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Heat flux [W/m</a:t>
              </a:r>
              <a:r>
                <a:rPr lang="en-US" sz="1400" baseline="30000" dirty="0"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2</a:t>
              </a:r>
              <a:r>
                <a:rPr lang="en-US" sz="1400" dirty="0"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]</a:t>
              </a:r>
              <a:endPara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73AF8352-E787-FD7F-7672-C3E9EF689C6D}"/>
                </a:ext>
              </a:extLst>
            </p:cNvPr>
            <p:cNvSpPr txBox="1"/>
            <p:nvPr/>
          </p:nvSpPr>
          <p:spPr>
            <a:xfrm rot="16200000">
              <a:off x="3809943" y="2290302"/>
              <a:ext cx="2293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Temperature [K]</a:t>
              </a:r>
            </a:p>
          </p:txBody>
        </p:sp>
      </p:grpSp>
      <p:sp>
        <p:nvSpPr>
          <p:cNvPr id="157" name="TextBox 156">
            <a:extLst>
              <a:ext uri="{FF2B5EF4-FFF2-40B4-BE49-F238E27FC236}">
                <a16:creationId xmlns:a16="http://schemas.microsoft.com/office/drawing/2014/main" id="{908A63F9-0174-84BD-A54B-E7CAF8035DF7}"/>
              </a:ext>
            </a:extLst>
          </p:cNvPr>
          <p:cNvSpPr txBox="1"/>
          <p:nvPr/>
        </p:nvSpPr>
        <p:spPr>
          <a:xfrm>
            <a:off x="2120216" y="1077085"/>
            <a:ext cx="373820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000" spc="0" baseline="0" dirty="0">
                <a:ln/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Lucida Grande"/>
                <a:sym typeface="Lucida Grande"/>
                <a:rtl val="0"/>
              </a:rPr>
              <a:t>10</a:t>
            </a:r>
            <a:r>
              <a:rPr lang="en-US" sz="1000" baseline="30000" dirty="0">
                <a:ln/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Lucida Grande"/>
                <a:sym typeface="Lucida Grande"/>
                <a:rtl val="0"/>
              </a:rPr>
              <a:t>4</a:t>
            </a:r>
            <a:endParaRPr lang="en-US" sz="1000" spc="0" baseline="30000" dirty="0">
              <a:ln/>
              <a:solidFill>
                <a:srgbClr val="000000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Lucida Grande"/>
              <a:sym typeface="Lucida Grande"/>
              <a:rtl val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4636F09-A04C-C6B4-A597-4265BEE2E364}"/>
              </a:ext>
            </a:extLst>
          </p:cNvPr>
          <p:cNvSpPr txBox="1"/>
          <p:nvPr/>
        </p:nvSpPr>
        <p:spPr>
          <a:xfrm>
            <a:off x="2307126" y="3744617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Time [s]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B6FB05F-676D-C68C-4336-896B7A533D6C}"/>
              </a:ext>
            </a:extLst>
          </p:cNvPr>
          <p:cNvSpPr txBox="1"/>
          <p:nvPr/>
        </p:nvSpPr>
        <p:spPr>
          <a:xfrm>
            <a:off x="5571381" y="3744617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Time [s]</a:t>
            </a:r>
          </a:p>
        </p:txBody>
      </p:sp>
    </p:spTree>
    <p:extLst>
      <p:ext uri="{BB962C8B-B14F-4D97-AF65-F5344CB8AC3E}">
        <p14:creationId xmlns:p14="http://schemas.microsoft.com/office/powerpoint/2010/main" val="3347686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Freeform 167">
            <a:extLst>
              <a:ext uri="{FF2B5EF4-FFF2-40B4-BE49-F238E27FC236}">
                <a16:creationId xmlns:a16="http://schemas.microsoft.com/office/drawing/2014/main" id="{2D96407B-F99F-157C-9F05-F9553DE86CAB}"/>
              </a:ext>
            </a:extLst>
          </p:cNvPr>
          <p:cNvSpPr/>
          <p:nvPr/>
        </p:nvSpPr>
        <p:spPr>
          <a:xfrm>
            <a:off x="7095100" y="1601752"/>
            <a:ext cx="2071945" cy="2071174"/>
          </a:xfrm>
          <a:custGeom>
            <a:avLst/>
            <a:gdLst>
              <a:gd name="connsiteX0" fmla="*/ 0 w 2050527"/>
              <a:gd name="connsiteY0" fmla="*/ 1818351 h 1818351"/>
              <a:gd name="connsiteX1" fmla="*/ 23040 w 2050527"/>
              <a:gd name="connsiteY1" fmla="*/ 1783778 h 1818351"/>
              <a:gd name="connsiteX2" fmla="*/ 46080 w 2050527"/>
              <a:gd name="connsiteY2" fmla="*/ 1750605 h 1818351"/>
              <a:gd name="connsiteX3" fmla="*/ 69120 w 2050527"/>
              <a:gd name="connsiteY3" fmla="*/ 1718595 h 1818351"/>
              <a:gd name="connsiteX4" fmla="*/ 92160 w 2050527"/>
              <a:gd name="connsiteY4" fmla="*/ 1687519 h 1818351"/>
              <a:gd name="connsiteX5" fmla="*/ 115199 w 2050527"/>
              <a:gd name="connsiteY5" fmla="*/ 1657154 h 1818351"/>
              <a:gd name="connsiteX6" fmla="*/ 138239 w 2050527"/>
              <a:gd name="connsiteY6" fmla="*/ 1627782 h 1818351"/>
              <a:gd name="connsiteX7" fmla="*/ 161279 w 2050527"/>
              <a:gd name="connsiteY7" fmla="*/ 1598972 h 1818351"/>
              <a:gd name="connsiteX8" fmla="*/ 184319 w 2050527"/>
              <a:gd name="connsiteY8" fmla="*/ 1570697 h 1818351"/>
              <a:gd name="connsiteX9" fmla="*/ 207359 w 2050527"/>
              <a:gd name="connsiteY9" fmla="*/ 1542935 h 1818351"/>
              <a:gd name="connsiteX10" fmla="*/ 230399 w 2050527"/>
              <a:gd name="connsiteY10" fmla="*/ 1515661 h 1818351"/>
              <a:gd name="connsiteX11" fmla="*/ 253438 w 2050527"/>
              <a:gd name="connsiteY11" fmla="*/ 1488867 h 1818351"/>
              <a:gd name="connsiteX12" fmla="*/ 276478 w 2050527"/>
              <a:gd name="connsiteY12" fmla="*/ 1462532 h 1818351"/>
              <a:gd name="connsiteX13" fmla="*/ 299518 w 2050527"/>
              <a:gd name="connsiteY13" fmla="*/ 1436638 h 1818351"/>
              <a:gd name="connsiteX14" fmla="*/ 322558 w 2050527"/>
              <a:gd name="connsiteY14" fmla="*/ 1411170 h 1818351"/>
              <a:gd name="connsiteX15" fmla="*/ 345598 w 2050527"/>
              <a:gd name="connsiteY15" fmla="*/ 1386107 h 1818351"/>
              <a:gd name="connsiteX16" fmla="*/ 368638 w 2050527"/>
              <a:gd name="connsiteY16" fmla="*/ 1361430 h 1818351"/>
              <a:gd name="connsiteX17" fmla="*/ 391678 w 2050527"/>
              <a:gd name="connsiteY17" fmla="*/ 1337132 h 1818351"/>
              <a:gd name="connsiteX18" fmla="*/ 414717 w 2050527"/>
              <a:gd name="connsiteY18" fmla="*/ 1313186 h 1818351"/>
              <a:gd name="connsiteX19" fmla="*/ 437757 w 2050527"/>
              <a:gd name="connsiteY19" fmla="*/ 1289578 h 1818351"/>
              <a:gd name="connsiteX20" fmla="*/ 460797 w 2050527"/>
              <a:gd name="connsiteY20" fmla="*/ 1266288 h 1818351"/>
              <a:gd name="connsiteX21" fmla="*/ 483837 w 2050527"/>
              <a:gd name="connsiteY21" fmla="*/ 1243295 h 1818351"/>
              <a:gd name="connsiteX22" fmla="*/ 506877 w 2050527"/>
              <a:gd name="connsiteY22" fmla="*/ 1220594 h 1818351"/>
              <a:gd name="connsiteX23" fmla="*/ 529917 w 2050527"/>
              <a:gd name="connsiteY23" fmla="*/ 1198163 h 1818351"/>
              <a:gd name="connsiteX24" fmla="*/ 552957 w 2050527"/>
              <a:gd name="connsiteY24" fmla="*/ 1175975 h 1818351"/>
              <a:gd name="connsiteX25" fmla="*/ 575997 w 2050527"/>
              <a:gd name="connsiteY25" fmla="*/ 1154018 h 1818351"/>
              <a:gd name="connsiteX26" fmla="*/ 599036 w 2050527"/>
              <a:gd name="connsiteY26" fmla="*/ 1132283 h 1818351"/>
              <a:gd name="connsiteX27" fmla="*/ 622076 w 2050527"/>
              <a:gd name="connsiteY27" fmla="*/ 1110745 h 1818351"/>
              <a:gd name="connsiteX28" fmla="*/ 645116 w 2050527"/>
              <a:gd name="connsiteY28" fmla="*/ 1089383 h 1818351"/>
              <a:gd name="connsiteX29" fmla="*/ 668156 w 2050527"/>
              <a:gd name="connsiteY29" fmla="*/ 1068183 h 1818351"/>
              <a:gd name="connsiteX30" fmla="*/ 691196 w 2050527"/>
              <a:gd name="connsiteY30" fmla="*/ 1047206 h 1818351"/>
              <a:gd name="connsiteX31" fmla="*/ 714236 w 2050527"/>
              <a:gd name="connsiteY31" fmla="*/ 1026514 h 1818351"/>
              <a:gd name="connsiteX32" fmla="*/ 737275 w 2050527"/>
              <a:gd name="connsiteY32" fmla="*/ 1005957 h 1818351"/>
              <a:gd name="connsiteX33" fmla="*/ 760315 w 2050527"/>
              <a:gd name="connsiteY33" fmla="*/ 985535 h 1818351"/>
              <a:gd name="connsiteX34" fmla="*/ 783355 w 2050527"/>
              <a:gd name="connsiteY34" fmla="*/ 965248 h 1818351"/>
              <a:gd name="connsiteX35" fmla="*/ 806395 w 2050527"/>
              <a:gd name="connsiteY35" fmla="*/ 945096 h 1818351"/>
              <a:gd name="connsiteX36" fmla="*/ 829435 w 2050527"/>
              <a:gd name="connsiteY36" fmla="*/ 925080 h 1818351"/>
              <a:gd name="connsiteX37" fmla="*/ 852475 w 2050527"/>
              <a:gd name="connsiteY37" fmla="*/ 905186 h 1818351"/>
              <a:gd name="connsiteX38" fmla="*/ 875515 w 2050527"/>
              <a:gd name="connsiteY38" fmla="*/ 885420 h 1818351"/>
              <a:gd name="connsiteX39" fmla="*/ 898554 w 2050527"/>
              <a:gd name="connsiteY39" fmla="*/ 865783 h 1818351"/>
              <a:gd name="connsiteX40" fmla="*/ 921594 w 2050527"/>
              <a:gd name="connsiteY40" fmla="*/ 846267 h 1818351"/>
              <a:gd name="connsiteX41" fmla="*/ 944634 w 2050527"/>
              <a:gd name="connsiteY41" fmla="*/ 826873 h 1818351"/>
              <a:gd name="connsiteX42" fmla="*/ 967674 w 2050527"/>
              <a:gd name="connsiteY42" fmla="*/ 807601 h 1818351"/>
              <a:gd name="connsiteX43" fmla="*/ 990714 w 2050527"/>
              <a:gd name="connsiteY43" fmla="*/ 788444 h 1818351"/>
              <a:gd name="connsiteX44" fmla="*/ 1013754 w 2050527"/>
              <a:gd name="connsiteY44" fmla="*/ 769402 h 1818351"/>
              <a:gd name="connsiteX45" fmla="*/ 1036794 w 2050527"/>
              <a:gd name="connsiteY45" fmla="*/ 750469 h 1818351"/>
              <a:gd name="connsiteX46" fmla="*/ 1059834 w 2050527"/>
              <a:gd name="connsiteY46" fmla="*/ 731657 h 1818351"/>
              <a:gd name="connsiteX47" fmla="*/ 1082874 w 2050527"/>
              <a:gd name="connsiteY47" fmla="*/ 712946 h 1818351"/>
              <a:gd name="connsiteX48" fmla="*/ 1105913 w 2050527"/>
              <a:gd name="connsiteY48" fmla="*/ 694344 h 1818351"/>
              <a:gd name="connsiteX49" fmla="*/ 1128953 w 2050527"/>
              <a:gd name="connsiteY49" fmla="*/ 675850 h 1818351"/>
              <a:gd name="connsiteX50" fmla="*/ 1151993 w 2050527"/>
              <a:gd name="connsiteY50" fmla="*/ 657464 h 1818351"/>
              <a:gd name="connsiteX51" fmla="*/ 1174999 w 2050527"/>
              <a:gd name="connsiteY51" fmla="*/ 639172 h 1818351"/>
              <a:gd name="connsiteX52" fmla="*/ 1198066 w 2050527"/>
              <a:gd name="connsiteY52" fmla="*/ 620983 h 1818351"/>
              <a:gd name="connsiteX53" fmla="*/ 1221133 w 2050527"/>
              <a:gd name="connsiteY53" fmla="*/ 602888 h 1818351"/>
              <a:gd name="connsiteX54" fmla="*/ 1244132 w 2050527"/>
              <a:gd name="connsiteY54" fmla="*/ 584894 h 1818351"/>
              <a:gd name="connsiteX55" fmla="*/ 1267199 w 2050527"/>
              <a:gd name="connsiteY55" fmla="*/ 566989 h 1818351"/>
              <a:gd name="connsiteX56" fmla="*/ 1290198 w 2050527"/>
              <a:gd name="connsiteY56" fmla="*/ 549178 h 1818351"/>
              <a:gd name="connsiteX57" fmla="*/ 1313265 w 2050527"/>
              <a:gd name="connsiteY57" fmla="*/ 531455 h 1818351"/>
              <a:gd name="connsiteX58" fmla="*/ 1336332 w 2050527"/>
              <a:gd name="connsiteY58" fmla="*/ 513820 h 1818351"/>
              <a:gd name="connsiteX59" fmla="*/ 1359331 w 2050527"/>
              <a:gd name="connsiteY59" fmla="*/ 496273 h 1818351"/>
              <a:gd name="connsiteX60" fmla="*/ 1382398 w 2050527"/>
              <a:gd name="connsiteY60" fmla="*/ 478807 h 1818351"/>
              <a:gd name="connsiteX61" fmla="*/ 1405398 w 2050527"/>
              <a:gd name="connsiteY61" fmla="*/ 461424 h 1818351"/>
              <a:gd name="connsiteX62" fmla="*/ 1428464 w 2050527"/>
              <a:gd name="connsiteY62" fmla="*/ 444120 h 1818351"/>
              <a:gd name="connsiteX63" fmla="*/ 1451531 w 2050527"/>
              <a:gd name="connsiteY63" fmla="*/ 426895 h 1818351"/>
              <a:gd name="connsiteX64" fmla="*/ 1474531 w 2050527"/>
              <a:gd name="connsiteY64" fmla="*/ 409745 h 1818351"/>
              <a:gd name="connsiteX65" fmla="*/ 1497598 w 2050527"/>
              <a:gd name="connsiteY65" fmla="*/ 392669 h 1818351"/>
              <a:gd name="connsiteX66" fmla="*/ 1520596 w 2050527"/>
              <a:gd name="connsiteY66" fmla="*/ 375665 h 1818351"/>
              <a:gd name="connsiteX67" fmla="*/ 1543664 w 2050527"/>
              <a:gd name="connsiteY67" fmla="*/ 358731 h 1818351"/>
              <a:gd name="connsiteX68" fmla="*/ 1566731 w 2050527"/>
              <a:gd name="connsiteY68" fmla="*/ 341864 h 1818351"/>
              <a:gd name="connsiteX69" fmla="*/ 1589730 w 2050527"/>
              <a:gd name="connsiteY69" fmla="*/ 325063 h 1818351"/>
              <a:gd name="connsiteX70" fmla="*/ 1612796 w 2050527"/>
              <a:gd name="connsiteY70" fmla="*/ 308327 h 1818351"/>
              <a:gd name="connsiteX71" fmla="*/ 1635796 w 2050527"/>
              <a:gd name="connsiteY71" fmla="*/ 291652 h 1818351"/>
              <a:gd name="connsiteX72" fmla="*/ 1658863 w 2050527"/>
              <a:gd name="connsiteY72" fmla="*/ 275037 h 1818351"/>
              <a:gd name="connsiteX73" fmla="*/ 1681930 w 2050527"/>
              <a:gd name="connsiteY73" fmla="*/ 258481 h 1818351"/>
              <a:gd name="connsiteX74" fmla="*/ 1704929 w 2050527"/>
              <a:gd name="connsiteY74" fmla="*/ 241979 h 1818351"/>
              <a:gd name="connsiteX75" fmla="*/ 1727996 w 2050527"/>
              <a:gd name="connsiteY75" fmla="*/ 225533 h 1818351"/>
              <a:gd name="connsiteX76" fmla="*/ 1750995 w 2050527"/>
              <a:gd name="connsiteY76" fmla="*/ 209138 h 1818351"/>
              <a:gd name="connsiteX77" fmla="*/ 1774063 w 2050527"/>
              <a:gd name="connsiteY77" fmla="*/ 192793 h 1818351"/>
              <a:gd name="connsiteX78" fmla="*/ 1797129 w 2050527"/>
              <a:gd name="connsiteY78" fmla="*/ 176496 h 1818351"/>
              <a:gd name="connsiteX79" fmla="*/ 1820128 w 2050527"/>
              <a:gd name="connsiteY79" fmla="*/ 160245 h 1818351"/>
              <a:gd name="connsiteX80" fmla="*/ 1843195 w 2050527"/>
              <a:gd name="connsiteY80" fmla="*/ 144039 h 1818351"/>
              <a:gd name="connsiteX81" fmla="*/ 1866195 w 2050527"/>
              <a:gd name="connsiteY81" fmla="*/ 127875 h 1818351"/>
              <a:gd name="connsiteX82" fmla="*/ 1889261 w 2050527"/>
              <a:gd name="connsiteY82" fmla="*/ 111750 h 1818351"/>
              <a:gd name="connsiteX83" fmla="*/ 1912328 w 2050527"/>
              <a:gd name="connsiteY83" fmla="*/ 95663 h 1818351"/>
              <a:gd name="connsiteX84" fmla="*/ 1935328 w 2050527"/>
              <a:gd name="connsiteY84" fmla="*/ 79614 h 1818351"/>
              <a:gd name="connsiteX85" fmla="*/ 1958395 w 2050527"/>
              <a:gd name="connsiteY85" fmla="*/ 63602 h 1818351"/>
              <a:gd name="connsiteX86" fmla="*/ 1981394 w 2050527"/>
              <a:gd name="connsiteY86" fmla="*/ 47642 h 1818351"/>
              <a:gd name="connsiteX87" fmla="*/ 2004461 w 2050527"/>
              <a:gd name="connsiteY87" fmla="*/ 31721 h 1818351"/>
              <a:gd name="connsiteX88" fmla="*/ 2027528 w 2050527"/>
              <a:gd name="connsiteY88" fmla="*/ 15840 h 1818351"/>
              <a:gd name="connsiteX89" fmla="*/ 2050527 w 2050527"/>
              <a:gd name="connsiteY89" fmla="*/ 0 h 1818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050527" h="1818351">
                <a:moveTo>
                  <a:pt x="0" y="1818351"/>
                </a:moveTo>
                <a:lnTo>
                  <a:pt x="23040" y="1783778"/>
                </a:lnTo>
                <a:lnTo>
                  <a:pt x="46080" y="1750605"/>
                </a:lnTo>
                <a:lnTo>
                  <a:pt x="69120" y="1718595"/>
                </a:lnTo>
                <a:lnTo>
                  <a:pt x="92160" y="1687519"/>
                </a:lnTo>
                <a:lnTo>
                  <a:pt x="115199" y="1657154"/>
                </a:lnTo>
                <a:lnTo>
                  <a:pt x="138239" y="1627782"/>
                </a:lnTo>
                <a:lnTo>
                  <a:pt x="161279" y="1598972"/>
                </a:lnTo>
                <a:lnTo>
                  <a:pt x="184319" y="1570697"/>
                </a:lnTo>
                <a:lnTo>
                  <a:pt x="207359" y="1542935"/>
                </a:lnTo>
                <a:lnTo>
                  <a:pt x="230399" y="1515661"/>
                </a:lnTo>
                <a:lnTo>
                  <a:pt x="253438" y="1488867"/>
                </a:lnTo>
                <a:lnTo>
                  <a:pt x="276478" y="1462532"/>
                </a:lnTo>
                <a:lnTo>
                  <a:pt x="299518" y="1436638"/>
                </a:lnTo>
                <a:lnTo>
                  <a:pt x="322558" y="1411170"/>
                </a:lnTo>
                <a:lnTo>
                  <a:pt x="345598" y="1386107"/>
                </a:lnTo>
                <a:lnTo>
                  <a:pt x="368638" y="1361430"/>
                </a:lnTo>
                <a:lnTo>
                  <a:pt x="391678" y="1337132"/>
                </a:lnTo>
                <a:lnTo>
                  <a:pt x="414717" y="1313186"/>
                </a:lnTo>
                <a:lnTo>
                  <a:pt x="437757" y="1289578"/>
                </a:lnTo>
                <a:lnTo>
                  <a:pt x="460797" y="1266288"/>
                </a:lnTo>
                <a:lnTo>
                  <a:pt x="483837" y="1243295"/>
                </a:lnTo>
                <a:lnTo>
                  <a:pt x="506877" y="1220594"/>
                </a:lnTo>
                <a:lnTo>
                  <a:pt x="529917" y="1198163"/>
                </a:lnTo>
                <a:lnTo>
                  <a:pt x="552957" y="1175975"/>
                </a:lnTo>
                <a:lnTo>
                  <a:pt x="575997" y="1154018"/>
                </a:lnTo>
                <a:lnTo>
                  <a:pt x="599036" y="1132283"/>
                </a:lnTo>
                <a:lnTo>
                  <a:pt x="622076" y="1110745"/>
                </a:lnTo>
                <a:lnTo>
                  <a:pt x="645116" y="1089383"/>
                </a:lnTo>
                <a:lnTo>
                  <a:pt x="668156" y="1068183"/>
                </a:lnTo>
                <a:lnTo>
                  <a:pt x="691196" y="1047206"/>
                </a:lnTo>
                <a:lnTo>
                  <a:pt x="714236" y="1026514"/>
                </a:lnTo>
                <a:lnTo>
                  <a:pt x="737275" y="1005957"/>
                </a:lnTo>
                <a:lnTo>
                  <a:pt x="760315" y="985535"/>
                </a:lnTo>
                <a:lnTo>
                  <a:pt x="783355" y="965248"/>
                </a:lnTo>
                <a:lnTo>
                  <a:pt x="806395" y="945096"/>
                </a:lnTo>
                <a:lnTo>
                  <a:pt x="829435" y="925080"/>
                </a:lnTo>
                <a:lnTo>
                  <a:pt x="852475" y="905186"/>
                </a:lnTo>
                <a:lnTo>
                  <a:pt x="875515" y="885420"/>
                </a:lnTo>
                <a:lnTo>
                  <a:pt x="898554" y="865783"/>
                </a:lnTo>
                <a:lnTo>
                  <a:pt x="921594" y="846267"/>
                </a:lnTo>
                <a:lnTo>
                  <a:pt x="944634" y="826873"/>
                </a:lnTo>
                <a:lnTo>
                  <a:pt x="967674" y="807601"/>
                </a:lnTo>
                <a:lnTo>
                  <a:pt x="990714" y="788444"/>
                </a:lnTo>
                <a:lnTo>
                  <a:pt x="1013754" y="769402"/>
                </a:lnTo>
                <a:lnTo>
                  <a:pt x="1036794" y="750469"/>
                </a:lnTo>
                <a:lnTo>
                  <a:pt x="1059834" y="731657"/>
                </a:lnTo>
                <a:lnTo>
                  <a:pt x="1082874" y="712946"/>
                </a:lnTo>
                <a:lnTo>
                  <a:pt x="1105913" y="694344"/>
                </a:lnTo>
                <a:lnTo>
                  <a:pt x="1128953" y="675850"/>
                </a:lnTo>
                <a:lnTo>
                  <a:pt x="1151993" y="657464"/>
                </a:lnTo>
                <a:lnTo>
                  <a:pt x="1174999" y="639172"/>
                </a:lnTo>
                <a:lnTo>
                  <a:pt x="1198066" y="620983"/>
                </a:lnTo>
                <a:lnTo>
                  <a:pt x="1221133" y="602888"/>
                </a:lnTo>
                <a:lnTo>
                  <a:pt x="1244132" y="584894"/>
                </a:lnTo>
                <a:lnTo>
                  <a:pt x="1267199" y="566989"/>
                </a:lnTo>
                <a:lnTo>
                  <a:pt x="1290198" y="549178"/>
                </a:lnTo>
                <a:lnTo>
                  <a:pt x="1313265" y="531455"/>
                </a:lnTo>
                <a:lnTo>
                  <a:pt x="1336332" y="513820"/>
                </a:lnTo>
                <a:lnTo>
                  <a:pt x="1359331" y="496273"/>
                </a:lnTo>
                <a:lnTo>
                  <a:pt x="1382398" y="478807"/>
                </a:lnTo>
                <a:lnTo>
                  <a:pt x="1405398" y="461424"/>
                </a:lnTo>
                <a:lnTo>
                  <a:pt x="1428464" y="444120"/>
                </a:lnTo>
                <a:lnTo>
                  <a:pt x="1451531" y="426895"/>
                </a:lnTo>
                <a:lnTo>
                  <a:pt x="1474531" y="409745"/>
                </a:lnTo>
                <a:lnTo>
                  <a:pt x="1497598" y="392669"/>
                </a:lnTo>
                <a:lnTo>
                  <a:pt x="1520596" y="375665"/>
                </a:lnTo>
                <a:lnTo>
                  <a:pt x="1543664" y="358731"/>
                </a:lnTo>
                <a:lnTo>
                  <a:pt x="1566731" y="341864"/>
                </a:lnTo>
                <a:lnTo>
                  <a:pt x="1589730" y="325063"/>
                </a:lnTo>
                <a:lnTo>
                  <a:pt x="1612796" y="308327"/>
                </a:lnTo>
                <a:lnTo>
                  <a:pt x="1635796" y="291652"/>
                </a:lnTo>
                <a:lnTo>
                  <a:pt x="1658863" y="275037"/>
                </a:lnTo>
                <a:lnTo>
                  <a:pt x="1681930" y="258481"/>
                </a:lnTo>
                <a:lnTo>
                  <a:pt x="1704929" y="241979"/>
                </a:lnTo>
                <a:lnTo>
                  <a:pt x="1727996" y="225533"/>
                </a:lnTo>
                <a:lnTo>
                  <a:pt x="1750995" y="209138"/>
                </a:lnTo>
                <a:lnTo>
                  <a:pt x="1774063" y="192793"/>
                </a:lnTo>
                <a:lnTo>
                  <a:pt x="1797129" y="176496"/>
                </a:lnTo>
                <a:lnTo>
                  <a:pt x="1820128" y="160245"/>
                </a:lnTo>
                <a:lnTo>
                  <a:pt x="1843195" y="144039"/>
                </a:lnTo>
                <a:lnTo>
                  <a:pt x="1866195" y="127875"/>
                </a:lnTo>
                <a:lnTo>
                  <a:pt x="1889261" y="111750"/>
                </a:lnTo>
                <a:lnTo>
                  <a:pt x="1912328" y="95663"/>
                </a:lnTo>
                <a:lnTo>
                  <a:pt x="1935328" y="79614"/>
                </a:lnTo>
                <a:lnTo>
                  <a:pt x="1958395" y="63602"/>
                </a:lnTo>
                <a:lnTo>
                  <a:pt x="1981394" y="47642"/>
                </a:lnTo>
                <a:lnTo>
                  <a:pt x="2004461" y="31721"/>
                </a:lnTo>
                <a:lnTo>
                  <a:pt x="2027528" y="15840"/>
                </a:lnTo>
                <a:lnTo>
                  <a:pt x="2050527" y="0"/>
                </a:lnTo>
              </a:path>
            </a:pathLst>
          </a:custGeom>
          <a:noFill/>
          <a:ln w="25400" cap="sq">
            <a:solidFill>
              <a:srgbClr val="1F77B4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E2CA26B5-0B41-FBF1-BDD9-F1770BBE1E12}"/>
              </a:ext>
            </a:extLst>
          </p:cNvPr>
          <p:cNvGrpSpPr/>
          <p:nvPr/>
        </p:nvGrpSpPr>
        <p:grpSpPr>
          <a:xfrm>
            <a:off x="6991500" y="1801473"/>
            <a:ext cx="54680" cy="1742069"/>
            <a:chOff x="7524900" y="1801473"/>
            <a:chExt cx="54680" cy="1742069"/>
          </a:xfrm>
        </p:grpSpPr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5D841962-5C41-F654-7EAB-4C886ECB3006}"/>
                </a:ext>
              </a:extLst>
            </p:cNvPr>
            <p:cNvSpPr/>
            <p:nvPr/>
          </p:nvSpPr>
          <p:spPr>
            <a:xfrm>
              <a:off x="7524900" y="3535838"/>
              <a:ext cx="54680" cy="7704"/>
            </a:xfrm>
            <a:custGeom>
              <a:avLst/>
              <a:gdLst>
                <a:gd name="connsiteX0" fmla="*/ 814 w 54115"/>
                <a:gd name="connsiteY0" fmla="*/ 281 h 6764"/>
                <a:gd name="connsiteX1" fmla="*/ 54930 w 54115"/>
                <a:gd name="connsiteY1" fmla="*/ 281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14" y="281"/>
                  </a:moveTo>
                  <a:lnTo>
                    <a:pt x="54930" y="281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9E34A639-32C3-28A1-B44D-290E1A545F9F}"/>
                </a:ext>
              </a:extLst>
            </p:cNvPr>
            <p:cNvSpPr/>
            <p:nvPr/>
          </p:nvSpPr>
          <p:spPr>
            <a:xfrm>
              <a:off x="7524900" y="3246777"/>
              <a:ext cx="54680" cy="7704"/>
            </a:xfrm>
            <a:custGeom>
              <a:avLst/>
              <a:gdLst>
                <a:gd name="connsiteX0" fmla="*/ 814 w 54115"/>
                <a:gd name="connsiteY0" fmla="*/ 243 h 6764"/>
                <a:gd name="connsiteX1" fmla="*/ 54930 w 54115"/>
                <a:gd name="connsiteY1" fmla="*/ 243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14" y="243"/>
                  </a:moveTo>
                  <a:lnTo>
                    <a:pt x="54930" y="243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55921A7D-45F5-83CB-CC35-4A684FE6DC59}"/>
                </a:ext>
              </a:extLst>
            </p:cNvPr>
            <p:cNvSpPr/>
            <p:nvPr/>
          </p:nvSpPr>
          <p:spPr>
            <a:xfrm>
              <a:off x="7524900" y="2957715"/>
              <a:ext cx="54680" cy="7704"/>
            </a:xfrm>
            <a:custGeom>
              <a:avLst/>
              <a:gdLst>
                <a:gd name="connsiteX0" fmla="*/ 814 w 54115"/>
                <a:gd name="connsiteY0" fmla="*/ 206 h 6764"/>
                <a:gd name="connsiteX1" fmla="*/ 54930 w 54115"/>
                <a:gd name="connsiteY1" fmla="*/ 206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14" y="206"/>
                  </a:moveTo>
                  <a:lnTo>
                    <a:pt x="54930" y="206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F7CF8F5D-9B1B-94E7-F4C0-602F66C445F5}"/>
                </a:ext>
              </a:extLst>
            </p:cNvPr>
            <p:cNvSpPr/>
            <p:nvPr/>
          </p:nvSpPr>
          <p:spPr>
            <a:xfrm>
              <a:off x="7524900" y="2668654"/>
              <a:ext cx="54680" cy="7704"/>
            </a:xfrm>
            <a:custGeom>
              <a:avLst/>
              <a:gdLst>
                <a:gd name="connsiteX0" fmla="*/ 814 w 54115"/>
                <a:gd name="connsiteY0" fmla="*/ 168 h 6764"/>
                <a:gd name="connsiteX1" fmla="*/ 54930 w 54115"/>
                <a:gd name="connsiteY1" fmla="*/ 168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14" y="168"/>
                  </a:moveTo>
                  <a:lnTo>
                    <a:pt x="54930" y="168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789B9603-A555-7648-F447-9B08399A9D87}"/>
                </a:ext>
              </a:extLst>
            </p:cNvPr>
            <p:cNvSpPr/>
            <p:nvPr/>
          </p:nvSpPr>
          <p:spPr>
            <a:xfrm>
              <a:off x="7524900" y="2379592"/>
              <a:ext cx="54680" cy="7704"/>
            </a:xfrm>
            <a:custGeom>
              <a:avLst/>
              <a:gdLst>
                <a:gd name="connsiteX0" fmla="*/ 814 w 54115"/>
                <a:gd name="connsiteY0" fmla="*/ 131 h 6764"/>
                <a:gd name="connsiteX1" fmla="*/ 54930 w 54115"/>
                <a:gd name="connsiteY1" fmla="*/ 131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14" y="131"/>
                  </a:moveTo>
                  <a:lnTo>
                    <a:pt x="54930" y="131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FBA880DA-D1AD-7F1B-B1D9-22E488A9E508}"/>
                </a:ext>
              </a:extLst>
            </p:cNvPr>
            <p:cNvSpPr/>
            <p:nvPr/>
          </p:nvSpPr>
          <p:spPr>
            <a:xfrm>
              <a:off x="7524900" y="2090535"/>
              <a:ext cx="54680" cy="7704"/>
            </a:xfrm>
            <a:custGeom>
              <a:avLst/>
              <a:gdLst>
                <a:gd name="connsiteX0" fmla="*/ 814 w 54115"/>
                <a:gd name="connsiteY0" fmla="*/ 93 h 6764"/>
                <a:gd name="connsiteX1" fmla="*/ 54930 w 54115"/>
                <a:gd name="connsiteY1" fmla="*/ 93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14" y="93"/>
                  </a:moveTo>
                  <a:lnTo>
                    <a:pt x="54930" y="93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8779E415-C5D6-6EEB-A70E-6BFB1DA2B16A}"/>
                </a:ext>
              </a:extLst>
            </p:cNvPr>
            <p:cNvSpPr/>
            <p:nvPr/>
          </p:nvSpPr>
          <p:spPr>
            <a:xfrm>
              <a:off x="7524900" y="1801473"/>
              <a:ext cx="54680" cy="7704"/>
            </a:xfrm>
            <a:custGeom>
              <a:avLst/>
              <a:gdLst>
                <a:gd name="connsiteX0" fmla="*/ 814 w 54115"/>
                <a:gd name="connsiteY0" fmla="*/ 56 h 6764"/>
                <a:gd name="connsiteX1" fmla="*/ 54930 w 54115"/>
                <a:gd name="connsiteY1" fmla="*/ 56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14" y="56"/>
                  </a:moveTo>
                  <a:lnTo>
                    <a:pt x="54930" y="56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DD74AAEA-51B4-DF08-7AB5-CF14FB373138}"/>
              </a:ext>
            </a:extLst>
          </p:cNvPr>
          <p:cNvGrpSpPr/>
          <p:nvPr/>
        </p:nvGrpSpPr>
        <p:grpSpPr>
          <a:xfrm>
            <a:off x="7327906" y="3714849"/>
            <a:ext cx="1869282" cy="61639"/>
            <a:chOff x="7861306" y="3714849"/>
            <a:chExt cx="1869282" cy="61639"/>
          </a:xfrm>
        </p:grpSpPr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FF5A97DA-2FB1-8637-59C3-9065B056E5D6}"/>
                </a:ext>
              </a:extLst>
            </p:cNvPr>
            <p:cNvSpPr/>
            <p:nvPr/>
          </p:nvSpPr>
          <p:spPr>
            <a:xfrm>
              <a:off x="7861306" y="3714849"/>
              <a:ext cx="6835" cy="61639"/>
            </a:xfrm>
            <a:custGeom>
              <a:avLst/>
              <a:gdLst>
                <a:gd name="connsiteX0" fmla="*/ 863 w 6764"/>
                <a:gd name="connsiteY0" fmla="*/ 54428 h 54115"/>
                <a:gd name="connsiteX1" fmla="*/ 863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863" y="54428"/>
                  </a:moveTo>
                  <a:lnTo>
                    <a:pt x="863" y="312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614F9905-F317-3615-7676-4C8E58B495EF}"/>
                </a:ext>
              </a:extLst>
            </p:cNvPr>
            <p:cNvSpPr/>
            <p:nvPr/>
          </p:nvSpPr>
          <p:spPr>
            <a:xfrm>
              <a:off x="8326916" y="3714849"/>
              <a:ext cx="6835" cy="61639"/>
            </a:xfrm>
            <a:custGeom>
              <a:avLst/>
              <a:gdLst>
                <a:gd name="connsiteX0" fmla="*/ 931 w 6764"/>
                <a:gd name="connsiteY0" fmla="*/ 54428 h 54115"/>
                <a:gd name="connsiteX1" fmla="*/ 931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931" y="54428"/>
                  </a:moveTo>
                  <a:lnTo>
                    <a:pt x="931" y="312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DEDDDFAE-2862-DB63-AE36-9E02DFBF12B7}"/>
                </a:ext>
              </a:extLst>
            </p:cNvPr>
            <p:cNvSpPr/>
            <p:nvPr/>
          </p:nvSpPr>
          <p:spPr>
            <a:xfrm>
              <a:off x="8792526" y="3714849"/>
              <a:ext cx="6835" cy="61639"/>
            </a:xfrm>
            <a:custGeom>
              <a:avLst/>
              <a:gdLst>
                <a:gd name="connsiteX0" fmla="*/ 999 w 6764"/>
                <a:gd name="connsiteY0" fmla="*/ 54428 h 54115"/>
                <a:gd name="connsiteX1" fmla="*/ 999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999" y="54428"/>
                  </a:moveTo>
                  <a:lnTo>
                    <a:pt x="999" y="312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74445BB6-4BA3-BBEB-16EE-D76EC3C61790}"/>
                </a:ext>
              </a:extLst>
            </p:cNvPr>
            <p:cNvSpPr/>
            <p:nvPr/>
          </p:nvSpPr>
          <p:spPr>
            <a:xfrm>
              <a:off x="9258143" y="3714849"/>
              <a:ext cx="6835" cy="61639"/>
            </a:xfrm>
            <a:custGeom>
              <a:avLst/>
              <a:gdLst>
                <a:gd name="connsiteX0" fmla="*/ 1068 w 6764"/>
                <a:gd name="connsiteY0" fmla="*/ 54428 h 54115"/>
                <a:gd name="connsiteX1" fmla="*/ 1068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1068" y="54428"/>
                  </a:moveTo>
                  <a:lnTo>
                    <a:pt x="1068" y="312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3F412CF0-97B5-3AE7-A322-1FCC2D38D89E}"/>
                </a:ext>
              </a:extLst>
            </p:cNvPr>
            <p:cNvSpPr/>
            <p:nvPr/>
          </p:nvSpPr>
          <p:spPr>
            <a:xfrm>
              <a:off x="9723753" y="3714849"/>
              <a:ext cx="6835" cy="61639"/>
            </a:xfrm>
            <a:custGeom>
              <a:avLst/>
              <a:gdLst>
                <a:gd name="connsiteX0" fmla="*/ 1136 w 6764"/>
                <a:gd name="connsiteY0" fmla="*/ 54428 h 54115"/>
                <a:gd name="connsiteX1" fmla="*/ 1136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1136" y="54428"/>
                  </a:moveTo>
                  <a:lnTo>
                    <a:pt x="1136" y="312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3" name="Rectangle 202">
            <a:extLst>
              <a:ext uri="{FF2B5EF4-FFF2-40B4-BE49-F238E27FC236}">
                <a16:creationId xmlns:a16="http://schemas.microsoft.com/office/drawing/2014/main" id="{669D6C62-02FF-B50F-062A-51EE15ECCAF0}"/>
              </a:ext>
            </a:extLst>
          </p:cNvPr>
          <p:cNvSpPr/>
          <p:nvPr/>
        </p:nvSpPr>
        <p:spPr>
          <a:xfrm>
            <a:off x="6991500" y="1498193"/>
            <a:ext cx="2286000" cy="2286000"/>
          </a:xfrm>
          <a:prstGeom prst="rect">
            <a:avLst/>
          </a:prstGeom>
          <a:noFill/>
          <a:ln w="12700"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80382B10-06DA-AFD6-D852-4EE4B6569C4D}"/>
              </a:ext>
            </a:extLst>
          </p:cNvPr>
          <p:cNvGrpSpPr/>
          <p:nvPr/>
        </p:nvGrpSpPr>
        <p:grpSpPr>
          <a:xfrm>
            <a:off x="7147012" y="3761944"/>
            <a:ext cx="2220640" cy="276999"/>
            <a:chOff x="7680412" y="3761944"/>
            <a:chExt cx="2220640" cy="276999"/>
          </a:xfrm>
        </p:grpSpPr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8AFA0071-2E44-3339-9DC6-A7EA1A46A1D0}"/>
                </a:ext>
              </a:extLst>
            </p:cNvPr>
            <p:cNvSpPr txBox="1"/>
            <p:nvPr/>
          </p:nvSpPr>
          <p:spPr>
            <a:xfrm>
              <a:off x="8156452" y="3761944"/>
              <a:ext cx="35458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20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A6F7DCBE-1F09-5773-6BB1-D1E2778023FE}"/>
                </a:ext>
              </a:extLst>
            </p:cNvPr>
            <p:cNvSpPr txBox="1"/>
            <p:nvPr/>
          </p:nvSpPr>
          <p:spPr>
            <a:xfrm>
              <a:off x="8615234" y="3761944"/>
              <a:ext cx="35458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30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1EA8B68E-1DDC-0674-F68E-AC87A2E790C5}"/>
                </a:ext>
              </a:extLst>
            </p:cNvPr>
            <p:cNvSpPr txBox="1"/>
            <p:nvPr/>
          </p:nvSpPr>
          <p:spPr>
            <a:xfrm>
              <a:off x="9087686" y="3761944"/>
              <a:ext cx="35458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40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82725BF9-5708-A053-6800-7A4CE7252C49}"/>
                </a:ext>
              </a:extLst>
            </p:cNvPr>
            <p:cNvSpPr txBox="1"/>
            <p:nvPr/>
          </p:nvSpPr>
          <p:spPr>
            <a:xfrm>
              <a:off x="9546468" y="3761944"/>
              <a:ext cx="35458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50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87F085CE-8CC6-454C-7528-F0E5A45E9C18}"/>
                </a:ext>
              </a:extLst>
            </p:cNvPr>
            <p:cNvSpPr txBox="1"/>
            <p:nvPr/>
          </p:nvSpPr>
          <p:spPr>
            <a:xfrm>
              <a:off x="7680412" y="3761944"/>
              <a:ext cx="35458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10</a:t>
              </a:r>
            </a:p>
          </p:txBody>
        </p:sp>
      </p:grpSp>
      <p:sp>
        <p:nvSpPr>
          <p:cNvPr id="211" name="Freeform 210">
            <a:extLst>
              <a:ext uri="{FF2B5EF4-FFF2-40B4-BE49-F238E27FC236}">
                <a16:creationId xmlns:a16="http://schemas.microsoft.com/office/drawing/2014/main" id="{05D8FB21-4C53-4D34-454E-7E34C8458BB2}"/>
              </a:ext>
            </a:extLst>
          </p:cNvPr>
          <p:cNvSpPr/>
          <p:nvPr/>
        </p:nvSpPr>
        <p:spPr>
          <a:xfrm>
            <a:off x="4128387" y="1604033"/>
            <a:ext cx="2071973" cy="2071174"/>
          </a:xfrm>
          <a:custGeom>
            <a:avLst/>
            <a:gdLst>
              <a:gd name="connsiteX0" fmla="*/ 0 w 2050549"/>
              <a:gd name="connsiteY0" fmla="*/ 0 h 1818351"/>
              <a:gd name="connsiteX1" fmla="*/ 23040 w 2050549"/>
              <a:gd name="connsiteY1" fmla="*/ 34571 h 1818351"/>
              <a:gd name="connsiteX2" fmla="*/ 46080 w 2050549"/>
              <a:gd name="connsiteY2" fmla="*/ 67748 h 1818351"/>
              <a:gd name="connsiteX3" fmla="*/ 69120 w 2050549"/>
              <a:gd name="connsiteY3" fmla="*/ 99759 h 1818351"/>
              <a:gd name="connsiteX4" fmla="*/ 92159 w 2050549"/>
              <a:gd name="connsiteY4" fmla="*/ 130832 h 1818351"/>
              <a:gd name="connsiteX5" fmla="*/ 115199 w 2050549"/>
              <a:gd name="connsiteY5" fmla="*/ 161198 h 1818351"/>
              <a:gd name="connsiteX6" fmla="*/ 138239 w 2050549"/>
              <a:gd name="connsiteY6" fmla="*/ 190571 h 1818351"/>
              <a:gd name="connsiteX7" fmla="*/ 161279 w 2050549"/>
              <a:gd name="connsiteY7" fmla="*/ 219377 h 1818351"/>
              <a:gd name="connsiteX8" fmla="*/ 184319 w 2050549"/>
              <a:gd name="connsiteY8" fmla="*/ 247654 h 1818351"/>
              <a:gd name="connsiteX9" fmla="*/ 207359 w 2050549"/>
              <a:gd name="connsiteY9" fmla="*/ 275419 h 1818351"/>
              <a:gd name="connsiteX10" fmla="*/ 230399 w 2050549"/>
              <a:gd name="connsiteY10" fmla="*/ 302691 h 1818351"/>
              <a:gd name="connsiteX11" fmla="*/ 253438 w 2050549"/>
              <a:gd name="connsiteY11" fmla="*/ 329485 h 1818351"/>
              <a:gd name="connsiteX12" fmla="*/ 276481 w 2050549"/>
              <a:gd name="connsiteY12" fmla="*/ 355821 h 1818351"/>
              <a:gd name="connsiteX13" fmla="*/ 299521 w 2050549"/>
              <a:gd name="connsiteY13" fmla="*/ 381714 h 1818351"/>
              <a:gd name="connsiteX14" fmla="*/ 322561 w 2050549"/>
              <a:gd name="connsiteY14" fmla="*/ 407184 h 1818351"/>
              <a:gd name="connsiteX15" fmla="*/ 345601 w 2050549"/>
              <a:gd name="connsiteY15" fmla="*/ 432247 h 1818351"/>
              <a:gd name="connsiteX16" fmla="*/ 368640 w 2050549"/>
              <a:gd name="connsiteY16" fmla="*/ 456920 h 1818351"/>
              <a:gd name="connsiteX17" fmla="*/ 391680 w 2050549"/>
              <a:gd name="connsiteY17" fmla="*/ 481222 h 1818351"/>
              <a:gd name="connsiteX18" fmla="*/ 414720 w 2050549"/>
              <a:gd name="connsiteY18" fmla="*/ 505168 h 1818351"/>
              <a:gd name="connsiteX19" fmla="*/ 437760 w 2050549"/>
              <a:gd name="connsiteY19" fmla="*/ 528776 h 1818351"/>
              <a:gd name="connsiteX20" fmla="*/ 460800 w 2050549"/>
              <a:gd name="connsiteY20" fmla="*/ 552066 h 1818351"/>
              <a:gd name="connsiteX21" fmla="*/ 483840 w 2050549"/>
              <a:gd name="connsiteY21" fmla="*/ 575052 h 1818351"/>
              <a:gd name="connsiteX22" fmla="*/ 506880 w 2050549"/>
              <a:gd name="connsiteY22" fmla="*/ 597760 h 1818351"/>
              <a:gd name="connsiteX23" fmla="*/ 529919 w 2050549"/>
              <a:gd name="connsiteY23" fmla="*/ 620191 h 1818351"/>
              <a:gd name="connsiteX24" fmla="*/ 552959 w 2050549"/>
              <a:gd name="connsiteY24" fmla="*/ 642379 h 1818351"/>
              <a:gd name="connsiteX25" fmla="*/ 575999 w 2050549"/>
              <a:gd name="connsiteY25" fmla="*/ 664330 h 1818351"/>
              <a:gd name="connsiteX26" fmla="*/ 599039 w 2050549"/>
              <a:gd name="connsiteY26" fmla="*/ 686071 h 1818351"/>
              <a:gd name="connsiteX27" fmla="*/ 622079 w 2050549"/>
              <a:gd name="connsiteY27" fmla="*/ 707609 h 1818351"/>
              <a:gd name="connsiteX28" fmla="*/ 645119 w 2050549"/>
              <a:gd name="connsiteY28" fmla="*/ 728971 h 1818351"/>
              <a:gd name="connsiteX29" fmla="*/ 668159 w 2050549"/>
              <a:gd name="connsiteY29" fmla="*/ 750164 h 1818351"/>
              <a:gd name="connsiteX30" fmla="*/ 691198 w 2050549"/>
              <a:gd name="connsiteY30" fmla="*/ 771141 h 1818351"/>
              <a:gd name="connsiteX31" fmla="*/ 714238 w 2050549"/>
              <a:gd name="connsiteY31" fmla="*/ 791840 h 1818351"/>
              <a:gd name="connsiteX32" fmla="*/ 737278 w 2050549"/>
              <a:gd name="connsiteY32" fmla="*/ 812397 h 1818351"/>
              <a:gd name="connsiteX33" fmla="*/ 760318 w 2050549"/>
              <a:gd name="connsiteY33" fmla="*/ 832820 h 1818351"/>
              <a:gd name="connsiteX34" fmla="*/ 783358 w 2050549"/>
              <a:gd name="connsiteY34" fmla="*/ 853099 h 1818351"/>
              <a:gd name="connsiteX35" fmla="*/ 806398 w 2050549"/>
              <a:gd name="connsiteY35" fmla="*/ 873258 h 1818351"/>
              <a:gd name="connsiteX36" fmla="*/ 829438 w 2050549"/>
              <a:gd name="connsiteY36" fmla="*/ 893274 h 1818351"/>
              <a:gd name="connsiteX37" fmla="*/ 852477 w 2050549"/>
              <a:gd name="connsiteY37" fmla="*/ 913168 h 1818351"/>
              <a:gd name="connsiteX38" fmla="*/ 875517 w 2050549"/>
              <a:gd name="connsiteY38" fmla="*/ 932934 h 1818351"/>
              <a:gd name="connsiteX39" fmla="*/ 898557 w 2050549"/>
              <a:gd name="connsiteY39" fmla="*/ 952571 h 1818351"/>
              <a:gd name="connsiteX40" fmla="*/ 921597 w 2050549"/>
              <a:gd name="connsiteY40" fmla="*/ 972087 h 1818351"/>
              <a:gd name="connsiteX41" fmla="*/ 944637 w 2050549"/>
              <a:gd name="connsiteY41" fmla="*/ 991481 h 1818351"/>
              <a:gd name="connsiteX42" fmla="*/ 967677 w 2050549"/>
              <a:gd name="connsiteY42" fmla="*/ 1010753 h 1818351"/>
              <a:gd name="connsiteX43" fmla="*/ 990717 w 2050549"/>
              <a:gd name="connsiteY43" fmla="*/ 1029910 h 1818351"/>
              <a:gd name="connsiteX44" fmla="*/ 1013756 w 2050549"/>
              <a:gd name="connsiteY44" fmla="*/ 1048952 h 1818351"/>
              <a:gd name="connsiteX45" fmla="*/ 1036796 w 2050549"/>
              <a:gd name="connsiteY45" fmla="*/ 1067879 h 1818351"/>
              <a:gd name="connsiteX46" fmla="*/ 1059836 w 2050549"/>
              <a:gd name="connsiteY46" fmla="*/ 1086697 h 1818351"/>
              <a:gd name="connsiteX47" fmla="*/ 1082876 w 2050549"/>
              <a:gd name="connsiteY47" fmla="*/ 1105408 h 1818351"/>
              <a:gd name="connsiteX48" fmla="*/ 1105916 w 2050549"/>
              <a:gd name="connsiteY48" fmla="*/ 1124004 h 1818351"/>
              <a:gd name="connsiteX49" fmla="*/ 1128956 w 2050549"/>
              <a:gd name="connsiteY49" fmla="*/ 1142498 h 1818351"/>
              <a:gd name="connsiteX50" fmla="*/ 1151996 w 2050549"/>
              <a:gd name="connsiteY50" fmla="*/ 1160890 h 1818351"/>
              <a:gd name="connsiteX51" fmla="*/ 1175035 w 2050549"/>
              <a:gd name="connsiteY51" fmla="*/ 1179182 h 1818351"/>
              <a:gd name="connsiteX52" fmla="*/ 1198075 w 2050549"/>
              <a:gd name="connsiteY52" fmla="*/ 1197371 h 1818351"/>
              <a:gd name="connsiteX53" fmla="*/ 1221115 w 2050549"/>
              <a:gd name="connsiteY53" fmla="*/ 1215466 h 1818351"/>
              <a:gd name="connsiteX54" fmla="*/ 1244155 w 2050549"/>
              <a:gd name="connsiteY54" fmla="*/ 1233460 h 1818351"/>
              <a:gd name="connsiteX55" fmla="*/ 1267195 w 2050549"/>
              <a:gd name="connsiteY55" fmla="*/ 1251365 h 1818351"/>
              <a:gd name="connsiteX56" fmla="*/ 1290235 w 2050549"/>
              <a:gd name="connsiteY56" fmla="*/ 1269176 h 1818351"/>
              <a:gd name="connsiteX57" fmla="*/ 1313275 w 2050549"/>
              <a:gd name="connsiteY57" fmla="*/ 1286899 h 1818351"/>
              <a:gd name="connsiteX58" fmla="*/ 1336314 w 2050549"/>
              <a:gd name="connsiteY58" fmla="*/ 1304534 h 1818351"/>
              <a:gd name="connsiteX59" fmla="*/ 1359354 w 2050549"/>
              <a:gd name="connsiteY59" fmla="*/ 1322081 h 1818351"/>
              <a:gd name="connsiteX60" fmla="*/ 1382394 w 2050549"/>
              <a:gd name="connsiteY60" fmla="*/ 1339547 h 1818351"/>
              <a:gd name="connsiteX61" fmla="*/ 1405434 w 2050549"/>
              <a:gd name="connsiteY61" fmla="*/ 1356925 h 1818351"/>
              <a:gd name="connsiteX62" fmla="*/ 1428474 w 2050549"/>
              <a:gd name="connsiteY62" fmla="*/ 1374229 h 1818351"/>
              <a:gd name="connsiteX63" fmla="*/ 1451514 w 2050549"/>
              <a:gd name="connsiteY63" fmla="*/ 1391458 h 1818351"/>
              <a:gd name="connsiteX64" fmla="*/ 1474554 w 2050549"/>
              <a:gd name="connsiteY64" fmla="*/ 1408606 h 1818351"/>
              <a:gd name="connsiteX65" fmla="*/ 1497593 w 2050549"/>
              <a:gd name="connsiteY65" fmla="*/ 1425686 h 1818351"/>
              <a:gd name="connsiteX66" fmla="*/ 1520633 w 2050549"/>
              <a:gd name="connsiteY66" fmla="*/ 1442686 h 1818351"/>
              <a:gd name="connsiteX67" fmla="*/ 1543673 w 2050549"/>
              <a:gd name="connsiteY67" fmla="*/ 1459624 h 1818351"/>
              <a:gd name="connsiteX68" fmla="*/ 1566713 w 2050549"/>
              <a:gd name="connsiteY68" fmla="*/ 1476488 h 1818351"/>
              <a:gd name="connsiteX69" fmla="*/ 1589753 w 2050549"/>
              <a:gd name="connsiteY69" fmla="*/ 1493291 h 1818351"/>
              <a:gd name="connsiteX70" fmla="*/ 1612793 w 2050549"/>
              <a:gd name="connsiteY70" fmla="*/ 1510026 h 1818351"/>
              <a:gd name="connsiteX71" fmla="*/ 1635833 w 2050549"/>
              <a:gd name="connsiteY71" fmla="*/ 1526700 h 1818351"/>
              <a:gd name="connsiteX72" fmla="*/ 1658872 w 2050549"/>
              <a:gd name="connsiteY72" fmla="*/ 1543314 h 1818351"/>
              <a:gd name="connsiteX73" fmla="*/ 1681912 w 2050549"/>
              <a:gd name="connsiteY73" fmla="*/ 1559874 h 1818351"/>
              <a:gd name="connsiteX74" fmla="*/ 1704952 w 2050549"/>
              <a:gd name="connsiteY74" fmla="*/ 1576372 h 1818351"/>
              <a:gd name="connsiteX75" fmla="*/ 1727992 w 2050549"/>
              <a:gd name="connsiteY75" fmla="*/ 1592817 h 1818351"/>
              <a:gd name="connsiteX76" fmla="*/ 1751032 w 2050549"/>
              <a:gd name="connsiteY76" fmla="*/ 1609214 h 1818351"/>
              <a:gd name="connsiteX77" fmla="*/ 1774072 w 2050549"/>
              <a:gd name="connsiteY77" fmla="*/ 1625557 h 1818351"/>
              <a:gd name="connsiteX78" fmla="*/ 1797111 w 2050549"/>
              <a:gd name="connsiteY78" fmla="*/ 1641859 h 1818351"/>
              <a:gd name="connsiteX79" fmla="*/ 1820151 w 2050549"/>
              <a:gd name="connsiteY79" fmla="*/ 1658107 h 1818351"/>
              <a:gd name="connsiteX80" fmla="*/ 1843191 w 2050549"/>
              <a:gd name="connsiteY80" fmla="*/ 1674315 h 1818351"/>
              <a:gd name="connsiteX81" fmla="*/ 1866231 w 2050549"/>
              <a:gd name="connsiteY81" fmla="*/ 1690476 h 1818351"/>
              <a:gd name="connsiteX82" fmla="*/ 1889271 w 2050549"/>
              <a:gd name="connsiteY82" fmla="*/ 1706602 h 1818351"/>
              <a:gd name="connsiteX83" fmla="*/ 1912311 w 2050549"/>
              <a:gd name="connsiteY83" fmla="*/ 1722688 h 1818351"/>
              <a:gd name="connsiteX84" fmla="*/ 1935351 w 2050549"/>
              <a:gd name="connsiteY84" fmla="*/ 1738740 h 1818351"/>
              <a:gd name="connsiteX85" fmla="*/ 1958391 w 2050549"/>
              <a:gd name="connsiteY85" fmla="*/ 1754752 h 1818351"/>
              <a:gd name="connsiteX86" fmla="*/ 1981430 w 2050549"/>
              <a:gd name="connsiteY86" fmla="*/ 1770709 h 1818351"/>
              <a:gd name="connsiteX87" fmla="*/ 2004470 w 2050549"/>
              <a:gd name="connsiteY87" fmla="*/ 1786633 h 1818351"/>
              <a:gd name="connsiteX88" fmla="*/ 2027510 w 2050549"/>
              <a:gd name="connsiteY88" fmla="*/ 1802509 h 1818351"/>
              <a:gd name="connsiteX89" fmla="*/ 2050550 w 2050549"/>
              <a:gd name="connsiteY89" fmla="*/ 1818351 h 1818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050549" h="1818351">
                <a:moveTo>
                  <a:pt x="0" y="0"/>
                </a:moveTo>
                <a:lnTo>
                  <a:pt x="23040" y="34571"/>
                </a:lnTo>
                <a:lnTo>
                  <a:pt x="46080" y="67748"/>
                </a:lnTo>
                <a:lnTo>
                  <a:pt x="69120" y="99759"/>
                </a:lnTo>
                <a:lnTo>
                  <a:pt x="92159" y="130832"/>
                </a:lnTo>
                <a:lnTo>
                  <a:pt x="115199" y="161198"/>
                </a:lnTo>
                <a:lnTo>
                  <a:pt x="138239" y="190571"/>
                </a:lnTo>
                <a:lnTo>
                  <a:pt x="161279" y="219377"/>
                </a:lnTo>
                <a:lnTo>
                  <a:pt x="184319" y="247654"/>
                </a:lnTo>
                <a:lnTo>
                  <a:pt x="207359" y="275419"/>
                </a:lnTo>
                <a:lnTo>
                  <a:pt x="230399" y="302691"/>
                </a:lnTo>
                <a:lnTo>
                  <a:pt x="253438" y="329485"/>
                </a:lnTo>
                <a:lnTo>
                  <a:pt x="276481" y="355821"/>
                </a:lnTo>
                <a:lnTo>
                  <a:pt x="299521" y="381714"/>
                </a:lnTo>
                <a:lnTo>
                  <a:pt x="322561" y="407184"/>
                </a:lnTo>
                <a:lnTo>
                  <a:pt x="345601" y="432247"/>
                </a:lnTo>
                <a:lnTo>
                  <a:pt x="368640" y="456920"/>
                </a:lnTo>
                <a:lnTo>
                  <a:pt x="391680" y="481222"/>
                </a:lnTo>
                <a:lnTo>
                  <a:pt x="414720" y="505168"/>
                </a:lnTo>
                <a:lnTo>
                  <a:pt x="437760" y="528776"/>
                </a:lnTo>
                <a:lnTo>
                  <a:pt x="460800" y="552066"/>
                </a:lnTo>
                <a:lnTo>
                  <a:pt x="483840" y="575052"/>
                </a:lnTo>
                <a:lnTo>
                  <a:pt x="506880" y="597760"/>
                </a:lnTo>
                <a:lnTo>
                  <a:pt x="529919" y="620191"/>
                </a:lnTo>
                <a:lnTo>
                  <a:pt x="552959" y="642379"/>
                </a:lnTo>
                <a:lnTo>
                  <a:pt x="575999" y="664330"/>
                </a:lnTo>
                <a:lnTo>
                  <a:pt x="599039" y="686071"/>
                </a:lnTo>
                <a:lnTo>
                  <a:pt x="622079" y="707609"/>
                </a:lnTo>
                <a:lnTo>
                  <a:pt x="645119" y="728971"/>
                </a:lnTo>
                <a:lnTo>
                  <a:pt x="668159" y="750164"/>
                </a:lnTo>
                <a:lnTo>
                  <a:pt x="691198" y="771141"/>
                </a:lnTo>
                <a:lnTo>
                  <a:pt x="714238" y="791840"/>
                </a:lnTo>
                <a:lnTo>
                  <a:pt x="737278" y="812397"/>
                </a:lnTo>
                <a:lnTo>
                  <a:pt x="760318" y="832820"/>
                </a:lnTo>
                <a:lnTo>
                  <a:pt x="783358" y="853099"/>
                </a:lnTo>
                <a:lnTo>
                  <a:pt x="806398" y="873258"/>
                </a:lnTo>
                <a:lnTo>
                  <a:pt x="829438" y="893274"/>
                </a:lnTo>
                <a:lnTo>
                  <a:pt x="852477" y="913168"/>
                </a:lnTo>
                <a:lnTo>
                  <a:pt x="875517" y="932934"/>
                </a:lnTo>
                <a:lnTo>
                  <a:pt x="898557" y="952571"/>
                </a:lnTo>
                <a:lnTo>
                  <a:pt x="921597" y="972087"/>
                </a:lnTo>
                <a:lnTo>
                  <a:pt x="944637" y="991481"/>
                </a:lnTo>
                <a:lnTo>
                  <a:pt x="967677" y="1010753"/>
                </a:lnTo>
                <a:lnTo>
                  <a:pt x="990717" y="1029910"/>
                </a:lnTo>
                <a:lnTo>
                  <a:pt x="1013756" y="1048952"/>
                </a:lnTo>
                <a:lnTo>
                  <a:pt x="1036796" y="1067879"/>
                </a:lnTo>
                <a:lnTo>
                  <a:pt x="1059836" y="1086697"/>
                </a:lnTo>
                <a:lnTo>
                  <a:pt x="1082876" y="1105408"/>
                </a:lnTo>
                <a:lnTo>
                  <a:pt x="1105916" y="1124004"/>
                </a:lnTo>
                <a:lnTo>
                  <a:pt x="1128956" y="1142498"/>
                </a:lnTo>
                <a:lnTo>
                  <a:pt x="1151996" y="1160890"/>
                </a:lnTo>
                <a:lnTo>
                  <a:pt x="1175035" y="1179182"/>
                </a:lnTo>
                <a:lnTo>
                  <a:pt x="1198075" y="1197371"/>
                </a:lnTo>
                <a:lnTo>
                  <a:pt x="1221115" y="1215466"/>
                </a:lnTo>
                <a:lnTo>
                  <a:pt x="1244155" y="1233460"/>
                </a:lnTo>
                <a:lnTo>
                  <a:pt x="1267195" y="1251365"/>
                </a:lnTo>
                <a:lnTo>
                  <a:pt x="1290235" y="1269176"/>
                </a:lnTo>
                <a:lnTo>
                  <a:pt x="1313275" y="1286899"/>
                </a:lnTo>
                <a:lnTo>
                  <a:pt x="1336314" y="1304534"/>
                </a:lnTo>
                <a:lnTo>
                  <a:pt x="1359354" y="1322081"/>
                </a:lnTo>
                <a:lnTo>
                  <a:pt x="1382394" y="1339547"/>
                </a:lnTo>
                <a:lnTo>
                  <a:pt x="1405434" y="1356925"/>
                </a:lnTo>
                <a:lnTo>
                  <a:pt x="1428474" y="1374229"/>
                </a:lnTo>
                <a:lnTo>
                  <a:pt x="1451514" y="1391458"/>
                </a:lnTo>
                <a:lnTo>
                  <a:pt x="1474554" y="1408606"/>
                </a:lnTo>
                <a:lnTo>
                  <a:pt x="1497593" y="1425686"/>
                </a:lnTo>
                <a:lnTo>
                  <a:pt x="1520633" y="1442686"/>
                </a:lnTo>
                <a:lnTo>
                  <a:pt x="1543673" y="1459624"/>
                </a:lnTo>
                <a:lnTo>
                  <a:pt x="1566713" y="1476488"/>
                </a:lnTo>
                <a:lnTo>
                  <a:pt x="1589753" y="1493291"/>
                </a:lnTo>
                <a:lnTo>
                  <a:pt x="1612793" y="1510026"/>
                </a:lnTo>
                <a:lnTo>
                  <a:pt x="1635833" y="1526700"/>
                </a:lnTo>
                <a:lnTo>
                  <a:pt x="1658872" y="1543314"/>
                </a:lnTo>
                <a:lnTo>
                  <a:pt x="1681912" y="1559874"/>
                </a:lnTo>
                <a:lnTo>
                  <a:pt x="1704952" y="1576372"/>
                </a:lnTo>
                <a:lnTo>
                  <a:pt x="1727992" y="1592817"/>
                </a:lnTo>
                <a:lnTo>
                  <a:pt x="1751032" y="1609214"/>
                </a:lnTo>
                <a:lnTo>
                  <a:pt x="1774072" y="1625557"/>
                </a:lnTo>
                <a:lnTo>
                  <a:pt x="1797111" y="1641859"/>
                </a:lnTo>
                <a:lnTo>
                  <a:pt x="1820151" y="1658107"/>
                </a:lnTo>
                <a:lnTo>
                  <a:pt x="1843191" y="1674315"/>
                </a:lnTo>
                <a:lnTo>
                  <a:pt x="1866231" y="1690476"/>
                </a:lnTo>
                <a:lnTo>
                  <a:pt x="1889271" y="1706602"/>
                </a:lnTo>
                <a:lnTo>
                  <a:pt x="1912311" y="1722688"/>
                </a:lnTo>
                <a:lnTo>
                  <a:pt x="1935351" y="1738740"/>
                </a:lnTo>
                <a:lnTo>
                  <a:pt x="1958391" y="1754752"/>
                </a:lnTo>
                <a:lnTo>
                  <a:pt x="1981430" y="1770709"/>
                </a:lnTo>
                <a:lnTo>
                  <a:pt x="2004470" y="1786633"/>
                </a:lnTo>
                <a:lnTo>
                  <a:pt x="2027510" y="1802509"/>
                </a:lnTo>
                <a:lnTo>
                  <a:pt x="2050550" y="1818351"/>
                </a:lnTo>
              </a:path>
            </a:pathLst>
          </a:custGeom>
          <a:noFill/>
          <a:ln w="25400" cap="sq">
            <a:solidFill>
              <a:srgbClr val="1F77B4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A64060D6-8DCA-B11F-6207-14E9D4CF407D}"/>
              </a:ext>
            </a:extLst>
          </p:cNvPr>
          <p:cNvGrpSpPr/>
          <p:nvPr/>
        </p:nvGrpSpPr>
        <p:grpSpPr>
          <a:xfrm>
            <a:off x="4361192" y="3717130"/>
            <a:ext cx="1865376" cy="54864"/>
            <a:chOff x="1464494" y="3826951"/>
            <a:chExt cx="1862450" cy="54864"/>
          </a:xfrm>
        </p:grpSpPr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42FE0E8D-C1AE-4771-1B47-94C81587C79F}"/>
                </a:ext>
              </a:extLst>
            </p:cNvPr>
            <p:cNvSpPr/>
            <p:nvPr/>
          </p:nvSpPr>
          <p:spPr>
            <a:xfrm>
              <a:off x="1464494" y="3826951"/>
              <a:ext cx="0" cy="54864"/>
            </a:xfrm>
            <a:custGeom>
              <a:avLst/>
              <a:gdLst>
                <a:gd name="connsiteX0" fmla="*/ 95 w 6764"/>
                <a:gd name="connsiteY0" fmla="*/ 54428 h 54115"/>
                <a:gd name="connsiteX1" fmla="*/ 95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95" y="54428"/>
                  </a:moveTo>
                  <a:lnTo>
                    <a:pt x="95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D3960E23-4416-A146-65E9-4088E0A10DE7}"/>
                </a:ext>
              </a:extLst>
            </p:cNvPr>
            <p:cNvSpPr/>
            <p:nvPr/>
          </p:nvSpPr>
          <p:spPr>
            <a:xfrm>
              <a:off x="1930109" y="3826951"/>
              <a:ext cx="0" cy="54864"/>
            </a:xfrm>
            <a:custGeom>
              <a:avLst/>
              <a:gdLst>
                <a:gd name="connsiteX0" fmla="*/ 163 w 6764"/>
                <a:gd name="connsiteY0" fmla="*/ 54428 h 54115"/>
                <a:gd name="connsiteX1" fmla="*/ 163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163" y="54428"/>
                  </a:moveTo>
                  <a:lnTo>
                    <a:pt x="163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0A0B8160-7DE4-34B9-9CDF-1E7099DC63F7}"/>
                </a:ext>
              </a:extLst>
            </p:cNvPr>
            <p:cNvSpPr/>
            <p:nvPr/>
          </p:nvSpPr>
          <p:spPr>
            <a:xfrm>
              <a:off x="2395720" y="3826951"/>
              <a:ext cx="0" cy="54864"/>
            </a:xfrm>
            <a:custGeom>
              <a:avLst/>
              <a:gdLst>
                <a:gd name="connsiteX0" fmla="*/ 231 w 6764"/>
                <a:gd name="connsiteY0" fmla="*/ 54428 h 54115"/>
                <a:gd name="connsiteX1" fmla="*/ 231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231" y="54428"/>
                  </a:moveTo>
                  <a:lnTo>
                    <a:pt x="231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A5F17109-DC7F-B138-796A-AC298FC11982}"/>
                </a:ext>
              </a:extLst>
            </p:cNvPr>
            <p:cNvSpPr/>
            <p:nvPr/>
          </p:nvSpPr>
          <p:spPr>
            <a:xfrm>
              <a:off x="2861333" y="3826951"/>
              <a:ext cx="0" cy="54864"/>
            </a:xfrm>
            <a:custGeom>
              <a:avLst/>
              <a:gdLst>
                <a:gd name="connsiteX0" fmla="*/ 299 w 6764"/>
                <a:gd name="connsiteY0" fmla="*/ 54428 h 54115"/>
                <a:gd name="connsiteX1" fmla="*/ 299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299" y="54428"/>
                  </a:moveTo>
                  <a:lnTo>
                    <a:pt x="299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FD50CF7E-741A-A593-8103-659BD9207994}"/>
                </a:ext>
              </a:extLst>
            </p:cNvPr>
            <p:cNvSpPr/>
            <p:nvPr/>
          </p:nvSpPr>
          <p:spPr>
            <a:xfrm>
              <a:off x="3326944" y="3826951"/>
              <a:ext cx="0" cy="54864"/>
            </a:xfrm>
            <a:custGeom>
              <a:avLst/>
              <a:gdLst>
                <a:gd name="connsiteX0" fmla="*/ 367 w 6764"/>
                <a:gd name="connsiteY0" fmla="*/ 54428 h 54115"/>
                <a:gd name="connsiteX1" fmla="*/ 367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367" y="54428"/>
                  </a:moveTo>
                  <a:lnTo>
                    <a:pt x="367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8A3E60AB-931D-2D3C-5962-271802862C0F}"/>
              </a:ext>
            </a:extLst>
          </p:cNvPr>
          <p:cNvGrpSpPr/>
          <p:nvPr/>
        </p:nvGrpSpPr>
        <p:grpSpPr>
          <a:xfrm>
            <a:off x="4361193" y="1500474"/>
            <a:ext cx="1865376" cy="54864"/>
            <a:chOff x="1464494" y="3826951"/>
            <a:chExt cx="1862450" cy="54864"/>
          </a:xfrm>
        </p:grpSpPr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D7308FC7-8261-8F61-380F-64B4C63A09B7}"/>
                </a:ext>
              </a:extLst>
            </p:cNvPr>
            <p:cNvSpPr/>
            <p:nvPr/>
          </p:nvSpPr>
          <p:spPr>
            <a:xfrm>
              <a:off x="1464494" y="3826951"/>
              <a:ext cx="0" cy="54864"/>
            </a:xfrm>
            <a:custGeom>
              <a:avLst/>
              <a:gdLst>
                <a:gd name="connsiteX0" fmla="*/ 95 w 6764"/>
                <a:gd name="connsiteY0" fmla="*/ 54428 h 54115"/>
                <a:gd name="connsiteX1" fmla="*/ 95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95" y="54428"/>
                  </a:moveTo>
                  <a:lnTo>
                    <a:pt x="95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5CCD1F7D-273F-5E09-7107-26E52B33ECEC}"/>
                </a:ext>
              </a:extLst>
            </p:cNvPr>
            <p:cNvSpPr/>
            <p:nvPr/>
          </p:nvSpPr>
          <p:spPr>
            <a:xfrm>
              <a:off x="1930109" y="3826951"/>
              <a:ext cx="0" cy="54864"/>
            </a:xfrm>
            <a:custGeom>
              <a:avLst/>
              <a:gdLst>
                <a:gd name="connsiteX0" fmla="*/ 163 w 6764"/>
                <a:gd name="connsiteY0" fmla="*/ 54428 h 54115"/>
                <a:gd name="connsiteX1" fmla="*/ 163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163" y="54428"/>
                  </a:moveTo>
                  <a:lnTo>
                    <a:pt x="163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8C8541E1-7903-8019-3198-9E037477D6DE}"/>
                </a:ext>
              </a:extLst>
            </p:cNvPr>
            <p:cNvSpPr/>
            <p:nvPr/>
          </p:nvSpPr>
          <p:spPr>
            <a:xfrm>
              <a:off x="2395720" y="3826951"/>
              <a:ext cx="0" cy="54864"/>
            </a:xfrm>
            <a:custGeom>
              <a:avLst/>
              <a:gdLst>
                <a:gd name="connsiteX0" fmla="*/ 231 w 6764"/>
                <a:gd name="connsiteY0" fmla="*/ 54428 h 54115"/>
                <a:gd name="connsiteX1" fmla="*/ 231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231" y="54428"/>
                  </a:moveTo>
                  <a:lnTo>
                    <a:pt x="231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970C0C80-13A7-0B88-2D2C-64B881B72AF9}"/>
                </a:ext>
              </a:extLst>
            </p:cNvPr>
            <p:cNvSpPr/>
            <p:nvPr/>
          </p:nvSpPr>
          <p:spPr>
            <a:xfrm>
              <a:off x="2861333" y="3826951"/>
              <a:ext cx="0" cy="54864"/>
            </a:xfrm>
            <a:custGeom>
              <a:avLst/>
              <a:gdLst>
                <a:gd name="connsiteX0" fmla="*/ 299 w 6764"/>
                <a:gd name="connsiteY0" fmla="*/ 54428 h 54115"/>
                <a:gd name="connsiteX1" fmla="*/ 299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299" y="54428"/>
                  </a:moveTo>
                  <a:lnTo>
                    <a:pt x="299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7EF7D968-B753-6518-7AE9-05E27BA9CC1E}"/>
                </a:ext>
              </a:extLst>
            </p:cNvPr>
            <p:cNvSpPr/>
            <p:nvPr/>
          </p:nvSpPr>
          <p:spPr>
            <a:xfrm>
              <a:off x="3326944" y="3826951"/>
              <a:ext cx="0" cy="54864"/>
            </a:xfrm>
            <a:custGeom>
              <a:avLst/>
              <a:gdLst>
                <a:gd name="connsiteX0" fmla="*/ 367 w 6764"/>
                <a:gd name="connsiteY0" fmla="*/ 54428 h 54115"/>
                <a:gd name="connsiteX1" fmla="*/ 367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367" y="54428"/>
                  </a:moveTo>
                  <a:lnTo>
                    <a:pt x="367" y="312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8684D7A3-E824-16FF-D13F-7771A8D80287}"/>
              </a:ext>
            </a:extLst>
          </p:cNvPr>
          <p:cNvGrpSpPr/>
          <p:nvPr/>
        </p:nvGrpSpPr>
        <p:grpSpPr>
          <a:xfrm>
            <a:off x="9222820" y="1801473"/>
            <a:ext cx="54680" cy="1742069"/>
            <a:chOff x="7524900" y="1801473"/>
            <a:chExt cx="54680" cy="1742069"/>
          </a:xfrm>
        </p:grpSpPr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7C19F61D-3C52-0B6F-FEDC-098D699C31A3}"/>
                </a:ext>
              </a:extLst>
            </p:cNvPr>
            <p:cNvSpPr/>
            <p:nvPr/>
          </p:nvSpPr>
          <p:spPr>
            <a:xfrm>
              <a:off x="7524900" y="3535838"/>
              <a:ext cx="54680" cy="7704"/>
            </a:xfrm>
            <a:custGeom>
              <a:avLst/>
              <a:gdLst>
                <a:gd name="connsiteX0" fmla="*/ 814 w 54115"/>
                <a:gd name="connsiteY0" fmla="*/ 281 h 6764"/>
                <a:gd name="connsiteX1" fmla="*/ 54930 w 54115"/>
                <a:gd name="connsiteY1" fmla="*/ 281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14" y="281"/>
                  </a:moveTo>
                  <a:lnTo>
                    <a:pt x="54930" y="281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 246">
              <a:extLst>
                <a:ext uri="{FF2B5EF4-FFF2-40B4-BE49-F238E27FC236}">
                  <a16:creationId xmlns:a16="http://schemas.microsoft.com/office/drawing/2014/main" id="{E6D512B8-2E90-F539-252B-E6888105C7E6}"/>
                </a:ext>
              </a:extLst>
            </p:cNvPr>
            <p:cNvSpPr/>
            <p:nvPr/>
          </p:nvSpPr>
          <p:spPr>
            <a:xfrm>
              <a:off x="7524900" y="3246777"/>
              <a:ext cx="54680" cy="7704"/>
            </a:xfrm>
            <a:custGeom>
              <a:avLst/>
              <a:gdLst>
                <a:gd name="connsiteX0" fmla="*/ 814 w 54115"/>
                <a:gd name="connsiteY0" fmla="*/ 243 h 6764"/>
                <a:gd name="connsiteX1" fmla="*/ 54930 w 54115"/>
                <a:gd name="connsiteY1" fmla="*/ 243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14" y="243"/>
                  </a:moveTo>
                  <a:lnTo>
                    <a:pt x="54930" y="243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92033445-52DC-AD10-63F4-558377FE7C9D}"/>
                </a:ext>
              </a:extLst>
            </p:cNvPr>
            <p:cNvSpPr/>
            <p:nvPr/>
          </p:nvSpPr>
          <p:spPr>
            <a:xfrm>
              <a:off x="7524900" y="2957715"/>
              <a:ext cx="54680" cy="7704"/>
            </a:xfrm>
            <a:custGeom>
              <a:avLst/>
              <a:gdLst>
                <a:gd name="connsiteX0" fmla="*/ 814 w 54115"/>
                <a:gd name="connsiteY0" fmla="*/ 206 h 6764"/>
                <a:gd name="connsiteX1" fmla="*/ 54930 w 54115"/>
                <a:gd name="connsiteY1" fmla="*/ 206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14" y="206"/>
                  </a:moveTo>
                  <a:lnTo>
                    <a:pt x="54930" y="206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C9721C69-91F8-80AB-3480-C69D3742D0B1}"/>
                </a:ext>
              </a:extLst>
            </p:cNvPr>
            <p:cNvSpPr/>
            <p:nvPr/>
          </p:nvSpPr>
          <p:spPr>
            <a:xfrm>
              <a:off x="7524900" y="2668654"/>
              <a:ext cx="54680" cy="7704"/>
            </a:xfrm>
            <a:custGeom>
              <a:avLst/>
              <a:gdLst>
                <a:gd name="connsiteX0" fmla="*/ 814 w 54115"/>
                <a:gd name="connsiteY0" fmla="*/ 168 h 6764"/>
                <a:gd name="connsiteX1" fmla="*/ 54930 w 54115"/>
                <a:gd name="connsiteY1" fmla="*/ 168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14" y="168"/>
                  </a:moveTo>
                  <a:lnTo>
                    <a:pt x="54930" y="168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D497BE7A-4128-D0A2-5A08-052919B33569}"/>
                </a:ext>
              </a:extLst>
            </p:cNvPr>
            <p:cNvSpPr/>
            <p:nvPr/>
          </p:nvSpPr>
          <p:spPr>
            <a:xfrm>
              <a:off x="7524900" y="2379592"/>
              <a:ext cx="54680" cy="7704"/>
            </a:xfrm>
            <a:custGeom>
              <a:avLst/>
              <a:gdLst>
                <a:gd name="connsiteX0" fmla="*/ 814 w 54115"/>
                <a:gd name="connsiteY0" fmla="*/ 131 h 6764"/>
                <a:gd name="connsiteX1" fmla="*/ 54930 w 54115"/>
                <a:gd name="connsiteY1" fmla="*/ 131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14" y="131"/>
                  </a:moveTo>
                  <a:lnTo>
                    <a:pt x="54930" y="131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66808B99-BE2C-537D-8531-B0082829DCC8}"/>
                </a:ext>
              </a:extLst>
            </p:cNvPr>
            <p:cNvSpPr/>
            <p:nvPr/>
          </p:nvSpPr>
          <p:spPr>
            <a:xfrm>
              <a:off x="7524900" y="2090535"/>
              <a:ext cx="54680" cy="7704"/>
            </a:xfrm>
            <a:custGeom>
              <a:avLst/>
              <a:gdLst>
                <a:gd name="connsiteX0" fmla="*/ 814 w 54115"/>
                <a:gd name="connsiteY0" fmla="*/ 93 h 6764"/>
                <a:gd name="connsiteX1" fmla="*/ 54930 w 54115"/>
                <a:gd name="connsiteY1" fmla="*/ 93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14" y="93"/>
                  </a:moveTo>
                  <a:lnTo>
                    <a:pt x="54930" y="93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EB6B9F13-792A-5DB1-6672-BA88F0960E48}"/>
                </a:ext>
              </a:extLst>
            </p:cNvPr>
            <p:cNvSpPr/>
            <p:nvPr/>
          </p:nvSpPr>
          <p:spPr>
            <a:xfrm>
              <a:off x="7524900" y="1801473"/>
              <a:ext cx="54680" cy="7704"/>
            </a:xfrm>
            <a:custGeom>
              <a:avLst/>
              <a:gdLst>
                <a:gd name="connsiteX0" fmla="*/ 814 w 54115"/>
                <a:gd name="connsiteY0" fmla="*/ 56 h 6764"/>
                <a:gd name="connsiteX1" fmla="*/ 54930 w 54115"/>
                <a:gd name="connsiteY1" fmla="*/ 56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814" y="56"/>
                  </a:moveTo>
                  <a:lnTo>
                    <a:pt x="54930" y="56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2DED58B5-1D6B-64CF-7643-03C341B943AD}"/>
              </a:ext>
            </a:extLst>
          </p:cNvPr>
          <p:cNvGrpSpPr/>
          <p:nvPr/>
        </p:nvGrpSpPr>
        <p:grpSpPr>
          <a:xfrm>
            <a:off x="7331323" y="1498193"/>
            <a:ext cx="1869282" cy="61639"/>
            <a:chOff x="7861306" y="3714849"/>
            <a:chExt cx="1869282" cy="61639"/>
          </a:xfrm>
        </p:grpSpPr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1B511232-2E7D-34CF-F7A0-6A5F3C789C1A}"/>
                </a:ext>
              </a:extLst>
            </p:cNvPr>
            <p:cNvSpPr/>
            <p:nvPr/>
          </p:nvSpPr>
          <p:spPr>
            <a:xfrm>
              <a:off x="7861306" y="3714849"/>
              <a:ext cx="6835" cy="61639"/>
            </a:xfrm>
            <a:custGeom>
              <a:avLst/>
              <a:gdLst>
                <a:gd name="connsiteX0" fmla="*/ 863 w 6764"/>
                <a:gd name="connsiteY0" fmla="*/ 54428 h 54115"/>
                <a:gd name="connsiteX1" fmla="*/ 863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863" y="54428"/>
                  </a:moveTo>
                  <a:lnTo>
                    <a:pt x="863" y="312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2E46FFCD-042E-B185-FB8D-5517EBD0C42D}"/>
                </a:ext>
              </a:extLst>
            </p:cNvPr>
            <p:cNvSpPr/>
            <p:nvPr/>
          </p:nvSpPr>
          <p:spPr>
            <a:xfrm>
              <a:off x="8326916" y="3714849"/>
              <a:ext cx="6835" cy="61639"/>
            </a:xfrm>
            <a:custGeom>
              <a:avLst/>
              <a:gdLst>
                <a:gd name="connsiteX0" fmla="*/ 931 w 6764"/>
                <a:gd name="connsiteY0" fmla="*/ 54428 h 54115"/>
                <a:gd name="connsiteX1" fmla="*/ 931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931" y="54428"/>
                  </a:moveTo>
                  <a:lnTo>
                    <a:pt x="931" y="312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53496DA5-A762-8E15-72F8-272FD990B95C}"/>
                </a:ext>
              </a:extLst>
            </p:cNvPr>
            <p:cNvSpPr/>
            <p:nvPr/>
          </p:nvSpPr>
          <p:spPr>
            <a:xfrm>
              <a:off x="8792526" y="3714849"/>
              <a:ext cx="6835" cy="61639"/>
            </a:xfrm>
            <a:custGeom>
              <a:avLst/>
              <a:gdLst>
                <a:gd name="connsiteX0" fmla="*/ 999 w 6764"/>
                <a:gd name="connsiteY0" fmla="*/ 54428 h 54115"/>
                <a:gd name="connsiteX1" fmla="*/ 999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999" y="54428"/>
                  </a:moveTo>
                  <a:lnTo>
                    <a:pt x="999" y="312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EED064BF-8314-8CE0-A509-A8A7BD00EF6B}"/>
                </a:ext>
              </a:extLst>
            </p:cNvPr>
            <p:cNvSpPr/>
            <p:nvPr/>
          </p:nvSpPr>
          <p:spPr>
            <a:xfrm>
              <a:off x="9258143" y="3714849"/>
              <a:ext cx="6835" cy="61639"/>
            </a:xfrm>
            <a:custGeom>
              <a:avLst/>
              <a:gdLst>
                <a:gd name="connsiteX0" fmla="*/ 1068 w 6764"/>
                <a:gd name="connsiteY0" fmla="*/ 54428 h 54115"/>
                <a:gd name="connsiteX1" fmla="*/ 1068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1068" y="54428"/>
                  </a:moveTo>
                  <a:lnTo>
                    <a:pt x="1068" y="312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E3AFB3D7-3731-24A1-F361-8D69E771DEEE}"/>
                </a:ext>
              </a:extLst>
            </p:cNvPr>
            <p:cNvSpPr/>
            <p:nvPr/>
          </p:nvSpPr>
          <p:spPr>
            <a:xfrm>
              <a:off x="9723753" y="3714849"/>
              <a:ext cx="6835" cy="61639"/>
            </a:xfrm>
            <a:custGeom>
              <a:avLst/>
              <a:gdLst>
                <a:gd name="connsiteX0" fmla="*/ 1136 w 6764"/>
                <a:gd name="connsiteY0" fmla="*/ 54428 h 54115"/>
                <a:gd name="connsiteX1" fmla="*/ 1136 w 6764"/>
                <a:gd name="connsiteY1" fmla="*/ 312 h 5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64" h="54115">
                  <a:moveTo>
                    <a:pt x="1136" y="54428"/>
                  </a:moveTo>
                  <a:lnTo>
                    <a:pt x="1136" y="312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5A0EC0D0-6DE9-8EDF-4A32-D468EA575155}"/>
              </a:ext>
            </a:extLst>
          </p:cNvPr>
          <p:cNvGrpSpPr/>
          <p:nvPr/>
        </p:nvGrpSpPr>
        <p:grpSpPr>
          <a:xfrm>
            <a:off x="6609777" y="1359894"/>
            <a:ext cx="439543" cy="2325181"/>
            <a:chOff x="7112697" y="1359894"/>
            <a:chExt cx="439543" cy="2325181"/>
          </a:xfrm>
        </p:grpSpPr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BDE506A0-FAFE-E775-D5A4-0D83CC1EE4CB}"/>
                </a:ext>
              </a:extLst>
            </p:cNvPr>
            <p:cNvSpPr txBox="1"/>
            <p:nvPr/>
          </p:nvSpPr>
          <p:spPr>
            <a:xfrm>
              <a:off x="7112697" y="3408076"/>
              <a:ext cx="439543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203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2C62B64A-22D5-4C2F-541A-8A6345196375}"/>
                </a:ext>
              </a:extLst>
            </p:cNvPr>
            <p:cNvSpPr txBox="1"/>
            <p:nvPr/>
          </p:nvSpPr>
          <p:spPr>
            <a:xfrm>
              <a:off x="7112697" y="3115476"/>
              <a:ext cx="439543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204</a:t>
              </a: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E203AE93-7821-416F-6E85-CD846912EA75}"/>
                </a:ext>
              </a:extLst>
            </p:cNvPr>
            <p:cNvSpPr txBox="1"/>
            <p:nvPr/>
          </p:nvSpPr>
          <p:spPr>
            <a:xfrm>
              <a:off x="7112697" y="2822879"/>
              <a:ext cx="439543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205</a:t>
              </a: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75AFF32D-64E5-D5A8-9D91-8BA1AD460B8C}"/>
                </a:ext>
              </a:extLst>
            </p:cNvPr>
            <p:cNvSpPr txBox="1"/>
            <p:nvPr/>
          </p:nvSpPr>
          <p:spPr>
            <a:xfrm>
              <a:off x="7112697" y="2530282"/>
              <a:ext cx="439543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206</a:t>
              </a: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B47A1EB8-2D34-E59A-276D-9D74B908612D}"/>
                </a:ext>
              </a:extLst>
            </p:cNvPr>
            <p:cNvSpPr txBox="1"/>
            <p:nvPr/>
          </p:nvSpPr>
          <p:spPr>
            <a:xfrm>
              <a:off x="7112697" y="2237685"/>
              <a:ext cx="439543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 dirty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207</a:t>
              </a: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6628C66E-FC53-C89D-71A8-59D5A529545A}"/>
                </a:ext>
              </a:extLst>
            </p:cNvPr>
            <p:cNvSpPr txBox="1"/>
            <p:nvPr/>
          </p:nvSpPr>
          <p:spPr>
            <a:xfrm>
              <a:off x="7112697" y="1945088"/>
              <a:ext cx="439543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 dirty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208</a:t>
              </a: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05892E36-4762-9F89-94F9-29B5BC20AD27}"/>
                </a:ext>
              </a:extLst>
            </p:cNvPr>
            <p:cNvSpPr txBox="1"/>
            <p:nvPr/>
          </p:nvSpPr>
          <p:spPr>
            <a:xfrm>
              <a:off x="7112697" y="1652491"/>
              <a:ext cx="439543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209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FD214B91-1E90-C775-0E8A-C95C5D1533E3}"/>
                </a:ext>
              </a:extLst>
            </p:cNvPr>
            <p:cNvSpPr txBox="1"/>
            <p:nvPr/>
          </p:nvSpPr>
          <p:spPr>
            <a:xfrm>
              <a:off x="7112697" y="1359894"/>
              <a:ext cx="439543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210</a:t>
              </a:r>
            </a:p>
          </p:txBody>
        </p:sp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E41D0FB3-7E02-7638-2CA0-3A4CC2082BB0}"/>
              </a:ext>
            </a:extLst>
          </p:cNvPr>
          <p:cNvGrpSpPr/>
          <p:nvPr/>
        </p:nvGrpSpPr>
        <p:grpSpPr>
          <a:xfrm>
            <a:off x="4024789" y="1741120"/>
            <a:ext cx="54680" cy="2045354"/>
            <a:chOff x="4024789" y="1741120"/>
            <a:chExt cx="54680" cy="2045354"/>
          </a:xfrm>
        </p:grpSpPr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FC4F1681-709D-E5AC-5E27-C08A886531D5}"/>
                </a:ext>
              </a:extLst>
            </p:cNvPr>
            <p:cNvSpPr/>
            <p:nvPr/>
          </p:nvSpPr>
          <p:spPr>
            <a:xfrm>
              <a:off x="4024789" y="3786474"/>
              <a:ext cx="54680" cy="0"/>
            </a:xfrm>
            <a:custGeom>
              <a:avLst/>
              <a:gdLst>
                <a:gd name="connsiteX0" fmla="*/ 45 w 54115"/>
                <a:gd name="connsiteY0" fmla="*/ 310 h 6764"/>
                <a:gd name="connsiteX1" fmla="*/ 54161 w 54115"/>
                <a:gd name="connsiteY1" fmla="*/ 310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45" y="310"/>
                  </a:moveTo>
                  <a:lnTo>
                    <a:pt x="54161" y="31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74892CE7-381A-056E-34F0-EDDB35564D50}"/>
                </a:ext>
              </a:extLst>
            </p:cNvPr>
            <p:cNvSpPr/>
            <p:nvPr/>
          </p:nvSpPr>
          <p:spPr>
            <a:xfrm>
              <a:off x="4024789" y="3494278"/>
              <a:ext cx="54680" cy="0"/>
            </a:xfrm>
            <a:custGeom>
              <a:avLst/>
              <a:gdLst>
                <a:gd name="connsiteX0" fmla="*/ 45 w 54115"/>
                <a:gd name="connsiteY0" fmla="*/ 273 h 6764"/>
                <a:gd name="connsiteX1" fmla="*/ 54161 w 54115"/>
                <a:gd name="connsiteY1" fmla="*/ 273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45" y="273"/>
                  </a:moveTo>
                  <a:lnTo>
                    <a:pt x="54161" y="273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9BF345E0-D4FB-7792-FE05-09C69FED442C}"/>
                </a:ext>
              </a:extLst>
            </p:cNvPr>
            <p:cNvSpPr/>
            <p:nvPr/>
          </p:nvSpPr>
          <p:spPr>
            <a:xfrm>
              <a:off x="4024789" y="3202085"/>
              <a:ext cx="54680" cy="0"/>
            </a:xfrm>
            <a:custGeom>
              <a:avLst/>
              <a:gdLst>
                <a:gd name="connsiteX0" fmla="*/ 45 w 54115"/>
                <a:gd name="connsiteY0" fmla="*/ 235 h 6764"/>
                <a:gd name="connsiteX1" fmla="*/ 54161 w 54115"/>
                <a:gd name="connsiteY1" fmla="*/ 235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45" y="235"/>
                  </a:moveTo>
                  <a:lnTo>
                    <a:pt x="54161" y="235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B8A94300-D498-0482-0A81-B747AFFDCA7C}"/>
                </a:ext>
              </a:extLst>
            </p:cNvPr>
            <p:cNvSpPr/>
            <p:nvPr/>
          </p:nvSpPr>
          <p:spPr>
            <a:xfrm>
              <a:off x="4024789" y="2909892"/>
              <a:ext cx="54680" cy="0"/>
            </a:xfrm>
            <a:custGeom>
              <a:avLst/>
              <a:gdLst>
                <a:gd name="connsiteX0" fmla="*/ 45 w 54115"/>
                <a:gd name="connsiteY0" fmla="*/ 198 h 6764"/>
                <a:gd name="connsiteX1" fmla="*/ 54161 w 54115"/>
                <a:gd name="connsiteY1" fmla="*/ 198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45" y="198"/>
                  </a:moveTo>
                  <a:lnTo>
                    <a:pt x="54161" y="198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716C6052-6C5D-05F6-F365-15B73E1F366C}"/>
                </a:ext>
              </a:extLst>
            </p:cNvPr>
            <p:cNvSpPr/>
            <p:nvPr/>
          </p:nvSpPr>
          <p:spPr>
            <a:xfrm>
              <a:off x="4024789" y="2617699"/>
              <a:ext cx="54680" cy="0"/>
            </a:xfrm>
            <a:custGeom>
              <a:avLst/>
              <a:gdLst>
                <a:gd name="connsiteX0" fmla="*/ 45 w 54115"/>
                <a:gd name="connsiteY0" fmla="*/ 160 h 6764"/>
                <a:gd name="connsiteX1" fmla="*/ 54161 w 54115"/>
                <a:gd name="connsiteY1" fmla="*/ 160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45" y="160"/>
                  </a:moveTo>
                  <a:lnTo>
                    <a:pt x="54161" y="16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BD3A1891-41B4-5734-0970-FFE119764945}"/>
                </a:ext>
              </a:extLst>
            </p:cNvPr>
            <p:cNvSpPr/>
            <p:nvPr/>
          </p:nvSpPr>
          <p:spPr>
            <a:xfrm>
              <a:off x="4024789" y="2325506"/>
              <a:ext cx="54680" cy="0"/>
            </a:xfrm>
            <a:custGeom>
              <a:avLst/>
              <a:gdLst>
                <a:gd name="connsiteX0" fmla="*/ 45 w 54115"/>
                <a:gd name="connsiteY0" fmla="*/ 123 h 6764"/>
                <a:gd name="connsiteX1" fmla="*/ 54161 w 54115"/>
                <a:gd name="connsiteY1" fmla="*/ 123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45" y="123"/>
                  </a:moveTo>
                  <a:lnTo>
                    <a:pt x="54161" y="123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1C55E9F9-C7EF-2F0F-5651-865E5268C799}"/>
                </a:ext>
              </a:extLst>
            </p:cNvPr>
            <p:cNvSpPr/>
            <p:nvPr/>
          </p:nvSpPr>
          <p:spPr>
            <a:xfrm>
              <a:off x="4024789" y="2033313"/>
              <a:ext cx="54680" cy="0"/>
            </a:xfrm>
            <a:custGeom>
              <a:avLst/>
              <a:gdLst>
                <a:gd name="connsiteX0" fmla="*/ 45 w 54115"/>
                <a:gd name="connsiteY0" fmla="*/ 85 h 6764"/>
                <a:gd name="connsiteX1" fmla="*/ 54161 w 54115"/>
                <a:gd name="connsiteY1" fmla="*/ 85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45" y="85"/>
                  </a:moveTo>
                  <a:lnTo>
                    <a:pt x="54161" y="85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CFB76FE7-E98F-6CFD-0C72-4B3744DCCBC0}"/>
                </a:ext>
              </a:extLst>
            </p:cNvPr>
            <p:cNvSpPr/>
            <p:nvPr/>
          </p:nvSpPr>
          <p:spPr>
            <a:xfrm>
              <a:off x="4024789" y="1741120"/>
              <a:ext cx="54680" cy="0"/>
            </a:xfrm>
            <a:custGeom>
              <a:avLst/>
              <a:gdLst>
                <a:gd name="connsiteX0" fmla="*/ 45 w 54115"/>
                <a:gd name="connsiteY0" fmla="*/ 48 h 6764"/>
                <a:gd name="connsiteX1" fmla="*/ 54161 w 54115"/>
                <a:gd name="connsiteY1" fmla="*/ 48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45" y="48"/>
                  </a:moveTo>
                  <a:lnTo>
                    <a:pt x="54161" y="48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8D851368-77F2-842A-E230-3E8F3C55BA76}"/>
              </a:ext>
            </a:extLst>
          </p:cNvPr>
          <p:cNvGrpSpPr/>
          <p:nvPr/>
        </p:nvGrpSpPr>
        <p:grpSpPr>
          <a:xfrm>
            <a:off x="3602925" y="1606522"/>
            <a:ext cx="482824" cy="2315766"/>
            <a:chOff x="3541965" y="1606522"/>
            <a:chExt cx="482824" cy="2315766"/>
          </a:xfrm>
        </p:grpSpPr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32AA93FF-4402-64D0-96B3-5BA8CC163E4D}"/>
                </a:ext>
              </a:extLst>
            </p:cNvPr>
            <p:cNvSpPr txBox="1"/>
            <p:nvPr/>
          </p:nvSpPr>
          <p:spPr>
            <a:xfrm>
              <a:off x="3541965" y="3645289"/>
              <a:ext cx="4828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1.90</a:t>
              </a: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2B315E8C-014A-375B-2C20-4316133F979C}"/>
                </a:ext>
              </a:extLst>
            </p:cNvPr>
            <p:cNvSpPr txBox="1"/>
            <p:nvPr/>
          </p:nvSpPr>
          <p:spPr>
            <a:xfrm>
              <a:off x="3541965" y="3354034"/>
              <a:ext cx="4828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spc="0" baseline="0" dirty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1.91</a:t>
              </a: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A45CC5E3-B867-E7E2-BC5F-2470C78DEA68}"/>
                </a:ext>
              </a:extLst>
            </p:cNvPr>
            <p:cNvSpPr txBox="1"/>
            <p:nvPr/>
          </p:nvSpPr>
          <p:spPr>
            <a:xfrm>
              <a:off x="3541965" y="3062782"/>
              <a:ext cx="4828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1.92</a:t>
              </a: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ECB89823-96E5-CE71-609E-776686429372}"/>
                </a:ext>
              </a:extLst>
            </p:cNvPr>
            <p:cNvSpPr txBox="1"/>
            <p:nvPr/>
          </p:nvSpPr>
          <p:spPr>
            <a:xfrm>
              <a:off x="3541965" y="2771530"/>
              <a:ext cx="4828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1.93</a:t>
              </a: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59B47A99-0CBF-D5E5-D959-C5965C2D42C7}"/>
                </a:ext>
              </a:extLst>
            </p:cNvPr>
            <p:cNvSpPr txBox="1"/>
            <p:nvPr/>
          </p:nvSpPr>
          <p:spPr>
            <a:xfrm>
              <a:off x="3541965" y="2480278"/>
              <a:ext cx="4828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1.94</a:t>
              </a: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C2FF05D8-0AAC-0DB9-8B6C-71972E8644A2}"/>
                </a:ext>
              </a:extLst>
            </p:cNvPr>
            <p:cNvSpPr txBox="1"/>
            <p:nvPr/>
          </p:nvSpPr>
          <p:spPr>
            <a:xfrm>
              <a:off x="3541965" y="2189026"/>
              <a:ext cx="4828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1.95</a:t>
              </a: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0B00522B-15C1-121F-77AB-5630BBD2213A}"/>
                </a:ext>
              </a:extLst>
            </p:cNvPr>
            <p:cNvSpPr txBox="1"/>
            <p:nvPr/>
          </p:nvSpPr>
          <p:spPr>
            <a:xfrm>
              <a:off x="3541965" y="1897774"/>
              <a:ext cx="4828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1.96</a:t>
              </a:r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60434075-E83D-5AE6-DC44-5BB538BFF2C1}"/>
                </a:ext>
              </a:extLst>
            </p:cNvPr>
            <p:cNvSpPr txBox="1"/>
            <p:nvPr/>
          </p:nvSpPr>
          <p:spPr>
            <a:xfrm>
              <a:off x="3541965" y="1606522"/>
              <a:ext cx="4828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1.97</a:t>
              </a:r>
            </a:p>
          </p:txBody>
        </p:sp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91427158-822A-148C-DBD0-64790F80B34B}"/>
              </a:ext>
            </a:extLst>
          </p:cNvPr>
          <p:cNvGrpSpPr/>
          <p:nvPr/>
        </p:nvGrpSpPr>
        <p:grpSpPr>
          <a:xfrm>
            <a:off x="4183260" y="3761944"/>
            <a:ext cx="2220640" cy="276999"/>
            <a:chOff x="7680412" y="3761944"/>
            <a:chExt cx="2220640" cy="276999"/>
          </a:xfrm>
        </p:grpSpPr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B0DB443E-FC7C-D451-16E2-891F70CDA3E6}"/>
                </a:ext>
              </a:extLst>
            </p:cNvPr>
            <p:cNvSpPr txBox="1"/>
            <p:nvPr/>
          </p:nvSpPr>
          <p:spPr>
            <a:xfrm>
              <a:off x="8156452" y="3761944"/>
              <a:ext cx="35458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20</a:t>
              </a:r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FB846B68-6E8E-F7C9-D0D0-0A8F862EE9F5}"/>
                </a:ext>
              </a:extLst>
            </p:cNvPr>
            <p:cNvSpPr txBox="1"/>
            <p:nvPr/>
          </p:nvSpPr>
          <p:spPr>
            <a:xfrm>
              <a:off x="8615234" y="3761944"/>
              <a:ext cx="35458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30</a:t>
              </a: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E46654E0-F031-B164-984D-A0AAE9C2854C}"/>
                </a:ext>
              </a:extLst>
            </p:cNvPr>
            <p:cNvSpPr txBox="1"/>
            <p:nvPr/>
          </p:nvSpPr>
          <p:spPr>
            <a:xfrm>
              <a:off x="9087686" y="3761944"/>
              <a:ext cx="35458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40</a:t>
              </a: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BAA9365A-1CA7-D007-08BE-AF0A6F77CBBB}"/>
                </a:ext>
              </a:extLst>
            </p:cNvPr>
            <p:cNvSpPr txBox="1"/>
            <p:nvPr/>
          </p:nvSpPr>
          <p:spPr>
            <a:xfrm>
              <a:off x="9546468" y="3761944"/>
              <a:ext cx="35458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50</a:t>
              </a: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CCAE14AC-8F13-6E9A-CCED-4D0A4BD30297}"/>
                </a:ext>
              </a:extLst>
            </p:cNvPr>
            <p:cNvSpPr txBox="1"/>
            <p:nvPr/>
          </p:nvSpPr>
          <p:spPr>
            <a:xfrm>
              <a:off x="7680412" y="3761944"/>
              <a:ext cx="35458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spc="0" baseline="0">
                  <a:ln/>
                  <a:solidFill>
                    <a:srgbClr val="00000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Lucida Grande"/>
                  <a:sym typeface="Lucida Grande"/>
                  <a:rtl val="0"/>
                </a:rPr>
                <a:t>10</a:t>
              </a:r>
            </a:p>
          </p:txBody>
        </p:sp>
      </p:grpSp>
      <p:sp>
        <p:nvSpPr>
          <p:cNvPr id="295" name="Rectangle 294">
            <a:extLst>
              <a:ext uri="{FF2B5EF4-FFF2-40B4-BE49-F238E27FC236}">
                <a16:creationId xmlns:a16="http://schemas.microsoft.com/office/drawing/2014/main" id="{6F95553E-CB69-0428-2ADB-F4D94683DF17}"/>
              </a:ext>
            </a:extLst>
          </p:cNvPr>
          <p:cNvSpPr/>
          <p:nvPr/>
        </p:nvSpPr>
        <p:spPr>
          <a:xfrm>
            <a:off x="4024789" y="1500474"/>
            <a:ext cx="2286000" cy="2286000"/>
          </a:xfrm>
          <a:prstGeom prst="rect">
            <a:avLst/>
          </a:prstGeom>
          <a:noFill/>
          <a:ln w="12700"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9667BE08-2973-5F9E-2B37-9654474B9415}"/>
              </a:ext>
            </a:extLst>
          </p:cNvPr>
          <p:cNvGrpSpPr/>
          <p:nvPr/>
        </p:nvGrpSpPr>
        <p:grpSpPr>
          <a:xfrm>
            <a:off x="6256109" y="1741121"/>
            <a:ext cx="54680" cy="2045354"/>
            <a:chOff x="4024789" y="1741120"/>
            <a:chExt cx="54680" cy="2045354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C28F13B4-ED36-0EDF-0DCB-413EB59A5351}"/>
                </a:ext>
              </a:extLst>
            </p:cNvPr>
            <p:cNvSpPr/>
            <p:nvPr/>
          </p:nvSpPr>
          <p:spPr>
            <a:xfrm>
              <a:off x="4024789" y="3786474"/>
              <a:ext cx="54680" cy="0"/>
            </a:xfrm>
            <a:custGeom>
              <a:avLst/>
              <a:gdLst>
                <a:gd name="connsiteX0" fmla="*/ 45 w 54115"/>
                <a:gd name="connsiteY0" fmla="*/ 310 h 6764"/>
                <a:gd name="connsiteX1" fmla="*/ 54161 w 54115"/>
                <a:gd name="connsiteY1" fmla="*/ 310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45" y="310"/>
                  </a:moveTo>
                  <a:lnTo>
                    <a:pt x="54161" y="31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B8BFC328-9862-988B-9D51-605EC7776C12}"/>
                </a:ext>
              </a:extLst>
            </p:cNvPr>
            <p:cNvSpPr/>
            <p:nvPr/>
          </p:nvSpPr>
          <p:spPr>
            <a:xfrm>
              <a:off x="4024789" y="3494278"/>
              <a:ext cx="54680" cy="0"/>
            </a:xfrm>
            <a:custGeom>
              <a:avLst/>
              <a:gdLst>
                <a:gd name="connsiteX0" fmla="*/ 45 w 54115"/>
                <a:gd name="connsiteY0" fmla="*/ 273 h 6764"/>
                <a:gd name="connsiteX1" fmla="*/ 54161 w 54115"/>
                <a:gd name="connsiteY1" fmla="*/ 273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45" y="273"/>
                  </a:moveTo>
                  <a:lnTo>
                    <a:pt x="54161" y="273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FBB1B8BC-F6D5-6A36-B8DD-0566C9DB91CF}"/>
                </a:ext>
              </a:extLst>
            </p:cNvPr>
            <p:cNvSpPr/>
            <p:nvPr/>
          </p:nvSpPr>
          <p:spPr>
            <a:xfrm>
              <a:off x="4024789" y="3202085"/>
              <a:ext cx="54680" cy="0"/>
            </a:xfrm>
            <a:custGeom>
              <a:avLst/>
              <a:gdLst>
                <a:gd name="connsiteX0" fmla="*/ 45 w 54115"/>
                <a:gd name="connsiteY0" fmla="*/ 235 h 6764"/>
                <a:gd name="connsiteX1" fmla="*/ 54161 w 54115"/>
                <a:gd name="connsiteY1" fmla="*/ 235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45" y="235"/>
                  </a:moveTo>
                  <a:lnTo>
                    <a:pt x="54161" y="235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EF77BF16-DA71-D5AE-E05C-E0C60F2598B3}"/>
                </a:ext>
              </a:extLst>
            </p:cNvPr>
            <p:cNvSpPr/>
            <p:nvPr/>
          </p:nvSpPr>
          <p:spPr>
            <a:xfrm>
              <a:off x="4024789" y="2909892"/>
              <a:ext cx="54680" cy="0"/>
            </a:xfrm>
            <a:custGeom>
              <a:avLst/>
              <a:gdLst>
                <a:gd name="connsiteX0" fmla="*/ 45 w 54115"/>
                <a:gd name="connsiteY0" fmla="*/ 198 h 6764"/>
                <a:gd name="connsiteX1" fmla="*/ 54161 w 54115"/>
                <a:gd name="connsiteY1" fmla="*/ 198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45" y="198"/>
                  </a:moveTo>
                  <a:lnTo>
                    <a:pt x="54161" y="198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F08E763B-85C9-6E87-D8D4-F3102275469D}"/>
                </a:ext>
              </a:extLst>
            </p:cNvPr>
            <p:cNvSpPr/>
            <p:nvPr/>
          </p:nvSpPr>
          <p:spPr>
            <a:xfrm>
              <a:off x="4024789" y="2617699"/>
              <a:ext cx="54680" cy="0"/>
            </a:xfrm>
            <a:custGeom>
              <a:avLst/>
              <a:gdLst>
                <a:gd name="connsiteX0" fmla="*/ 45 w 54115"/>
                <a:gd name="connsiteY0" fmla="*/ 160 h 6764"/>
                <a:gd name="connsiteX1" fmla="*/ 54161 w 54115"/>
                <a:gd name="connsiteY1" fmla="*/ 160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45" y="160"/>
                  </a:moveTo>
                  <a:lnTo>
                    <a:pt x="54161" y="16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9DD8C9C6-28C0-72AC-C0FF-56D7F6E8E261}"/>
                </a:ext>
              </a:extLst>
            </p:cNvPr>
            <p:cNvSpPr/>
            <p:nvPr/>
          </p:nvSpPr>
          <p:spPr>
            <a:xfrm>
              <a:off x="4024789" y="2325506"/>
              <a:ext cx="54680" cy="0"/>
            </a:xfrm>
            <a:custGeom>
              <a:avLst/>
              <a:gdLst>
                <a:gd name="connsiteX0" fmla="*/ 45 w 54115"/>
                <a:gd name="connsiteY0" fmla="*/ 123 h 6764"/>
                <a:gd name="connsiteX1" fmla="*/ 54161 w 54115"/>
                <a:gd name="connsiteY1" fmla="*/ 123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45" y="123"/>
                  </a:moveTo>
                  <a:lnTo>
                    <a:pt x="54161" y="123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953AE5F7-16A5-15EF-1910-E6E9B445E487}"/>
                </a:ext>
              </a:extLst>
            </p:cNvPr>
            <p:cNvSpPr/>
            <p:nvPr/>
          </p:nvSpPr>
          <p:spPr>
            <a:xfrm>
              <a:off x="4024789" y="2033313"/>
              <a:ext cx="54680" cy="0"/>
            </a:xfrm>
            <a:custGeom>
              <a:avLst/>
              <a:gdLst>
                <a:gd name="connsiteX0" fmla="*/ 45 w 54115"/>
                <a:gd name="connsiteY0" fmla="*/ 85 h 6764"/>
                <a:gd name="connsiteX1" fmla="*/ 54161 w 54115"/>
                <a:gd name="connsiteY1" fmla="*/ 85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45" y="85"/>
                  </a:moveTo>
                  <a:lnTo>
                    <a:pt x="54161" y="85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 303">
              <a:extLst>
                <a:ext uri="{FF2B5EF4-FFF2-40B4-BE49-F238E27FC236}">
                  <a16:creationId xmlns:a16="http://schemas.microsoft.com/office/drawing/2014/main" id="{3F85E5F9-F87D-43D3-53A9-D2105F3A9AE7}"/>
                </a:ext>
              </a:extLst>
            </p:cNvPr>
            <p:cNvSpPr/>
            <p:nvPr/>
          </p:nvSpPr>
          <p:spPr>
            <a:xfrm>
              <a:off x="4024789" y="1741120"/>
              <a:ext cx="54680" cy="0"/>
            </a:xfrm>
            <a:custGeom>
              <a:avLst/>
              <a:gdLst>
                <a:gd name="connsiteX0" fmla="*/ 45 w 54115"/>
                <a:gd name="connsiteY0" fmla="*/ 48 h 6764"/>
                <a:gd name="connsiteX1" fmla="*/ 54161 w 54115"/>
                <a:gd name="connsiteY1" fmla="*/ 48 h 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15" h="6764">
                  <a:moveTo>
                    <a:pt x="45" y="48"/>
                  </a:moveTo>
                  <a:lnTo>
                    <a:pt x="54161" y="48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05" name="TextBox 304">
            <a:extLst>
              <a:ext uri="{FF2B5EF4-FFF2-40B4-BE49-F238E27FC236}">
                <a16:creationId xmlns:a16="http://schemas.microsoft.com/office/drawing/2014/main" id="{FCB03E92-EFC6-A5B3-EB47-BF2335699B76}"/>
              </a:ext>
            </a:extLst>
          </p:cNvPr>
          <p:cNvSpPr txBox="1"/>
          <p:nvPr/>
        </p:nvSpPr>
        <p:spPr>
          <a:xfrm rot="16200000">
            <a:off x="2414450" y="2487301"/>
            <a:ext cx="22859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Heat flux [W/m</a:t>
            </a:r>
            <a:r>
              <a:rPr lang="en-US" sz="1400" baseline="30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2</a:t>
            </a:r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]</a:t>
            </a:r>
            <a:endParaRPr lang="en-US" sz="1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BCD3495E-9AF1-A293-AA96-CDB8ABAFAB5B}"/>
              </a:ext>
            </a:extLst>
          </p:cNvPr>
          <p:cNvSpPr txBox="1"/>
          <p:nvPr/>
        </p:nvSpPr>
        <p:spPr>
          <a:xfrm rot="16200000">
            <a:off x="5424326" y="2487300"/>
            <a:ext cx="22859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Temperature [K]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1D2B5FC8-D071-BB04-FE9C-60A7485AFDBB}"/>
              </a:ext>
            </a:extLst>
          </p:cNvPr>
          <p:cNvSpPr txBox="1"/>
          <p:nvPr/>
        </p:nvSpPr>
        <p:spPr>
          <a:xfrm>
            <a:off x="4024789" y="3957977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Time [s]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33F826CC-5B77-18EC-F86C-5FE5ED791ADD}"/>
              </a:ext>
            </a:extLst>
          </p:cNvPr>
          <p:cNvSpPr txBox="1"/>
          <p:nvPr/>
        </p:nvSpPr>
        <p:spPr>
          <a:xfrm>
            <a:off x="6991501" y="3957977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Time [s]</a:t>
            </a: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05B816D5-A6A5-7643-0E74-5270C27133AD}"/>
              </a:ext>
            </a:extLst>
          </p:cNvPr>
          <p:cNvSpPr txBox="1"/>
          <p:nvPr/>
        </p:nvSpPr>
        <p:spPr>
          <a:xfrm>
            <a:off x="3837879" y="1272060"/>
            <a:ext cx="373820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000" spc="0" baseline="0" dirty="0">
                <a:ln/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Lucida Grande"/>
                <a:sym typeface="Lucida Grande"/>
                <a:rtl val="0"/>
              </a:rPr>
              <a:t>10</a:t>
            </a:r>
            <a:r>
              <a:rPr lang="en-US" sz="1000" baseline="30000" dirty="0">
                <a:ln/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Lucida Grande"/>
                <a:sym typeface="Lucida Grande"/>
                <a:rtl val="0"/>
              </a:rPr>
              <a:t>4</a:t>
            </a:r>
            <a:endParaRPr lang="en-US" sz="1000" spc="0" baseline="30000" dirty="0">
              <a:ln/>
              <a:solidFill>
                <a:srgbClr val="000000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Lucida Grande"/>
              <a:sym typeface="Lucida Grande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3442908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151</Words>
  <Application>Microsoft Macintosh PowerPoint</Application>
  <PresentationFormat>Widescreen</PresentationFormat>
  <Paragraphs>98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Helvetica Neue Light</vt:lpstr>
      <vt:lpstr>Helvetica Neue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Frank, Noah</dc:creator>
  <cp:lastModifiedBy>Frank, Noah</cp:lastModifiedBy>
  <cp:revision>5</cp:revision>
  <dcterms:created xsi:type="dcterms:W3CDTF">2025-10-29T16:41:11Z</dcterms:created>
  <dcterms:modified xsi:type="dcterms:W3CDTF">2025-10-30T13:54:57Z</dcterms:modified>
</cp:coreProperties>
</file>